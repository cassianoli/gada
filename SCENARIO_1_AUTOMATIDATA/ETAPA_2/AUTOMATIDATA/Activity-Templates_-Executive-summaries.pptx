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10058400" cx="7772400"/>
  <p:notesSz cx="68580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PT Sans Narrow"/>
      <p:regular r:id="rId18"/>
      <p:bold r:id="rId19"/>
    </p:embeddedFont>
    <p:embeddedFont>
      <p:font typeface="Lato"/>
      <p:regular r:id="rId20"/>
      <p:bold r:id="rId21"/>
      <p:italic r:id="rId22"/>
      <p:boldItalic r:id="rId23"/>
    </p:embeddedFont>
    <p:embeddedFont>
      <p:font typeface="Work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68" orient="horz"/>
        <p:guide pos="244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22" Type="http://schemas.openxmlformats.org/officeDocument/2006/relationships/font" Target="fonts/Lato-italic.fntdata"/><Relationship Id="rId21" Type="http://schemas.openxmlformats.org/officeDocument/2006/relationships/font" Target="fonts/Lato-bold.fntdata"/><Relationship Id="rId24" Type="http://schemas.openxmlformats.org/officeDocument/2006/relationships/font" Target="fonts/WorkSans-regular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WorkSans-italic.fntdata"/><Relationship Id="rId25" Type="http://schemas.openxmlformats.org/officeDocument/2006/relationships/font" Target="fonts/WorkSans-bold.fntdata"/><Relationship Id="rId27" Type="http://schemas.openxmlformats.org/officeDocument/2006/relationships/font" Target="fonts/Work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19" Type="http://schemas.openxmlformats.org/officeDocument/2006/relationships/font" Target="fonts/PTSansNarrow-bold.fntdata"/><Relationship Id="rId18" Type="http://schemas.openxmlformats.org/officeDocument/2006/relationships/font" Target="fonts/PTSansNarrow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6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7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">
  <p:cSld name="CUSTOM_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1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12;p3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13" name="Google Shape;13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" name="Google Shape;17;p3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23;p3"/>
          <p:cNvCxnSpPr>
            <a:stCxn id="13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3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5" name="Google Shape;25;p3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6" name="Google Shape;26;p3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" name="Google Shape;28;p3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9" name="Google Shape;29;p3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" name="Google Shape;31;p3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32" name="Google Shape;32;p3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" name="Google Shape;34;p3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Key Insights </a:t>
            </a:r>
            <a:endParaRPr b="0" i="0" sz="19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3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Details </a:t>
            </a:r>
            <a:endParaRPr b="0" i="0" sz="19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3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Next Steps </a:t>
            </a:r>
            <a:endParaRPr b="0" i="0" sz="19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" name="Google Shape;37;p3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38" name="Google Shape;38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" name="Google Shape;42;p3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" name="Google Shape;43;p3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44" name="Google Shape;44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8" name="Google Shape;48;p3"/>
          <p:cNvCxnSpPr>
            <a:stCxn id="38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" name="Google Shape;49;p3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0" name="Google Shape;50;p3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51" name="Google Shape;51;p3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" name="Google Shape;53;p3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54" name="Google Shape;54;p3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" name="Google Shape;56;p3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57" name="Google Shape;57;p3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Key Insights </a:t>
            </a:r>
            <a:endParaRPr b="0" i="0" sz="1900" u="none" cap="none" strike="noStrik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Details </a:t>
            </a:r>
            <a:endParaRPr b="0" i="0" sz="1900" u="none" cap="none" strike="noStrik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Next Steps </a:t>
            </a:r>
            <a:endParaRPr b="0" i="0" sz="1900" u="none" cap="none" strike="noStrik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>
            <p:ph idx="2" type="pic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2">
  <p:cSld name="TITLE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Google Shape;64;p4"/>
          <p:cNvCxnSpPr>
            <a:stCxn id="65" idx="1"/>
          </p:cNvCxnSpPr>
          <p:nvPr/>
        </p:nvCxnSpPr>
        <p:spPr>
          <a:xfrm>
            <a:off x="3033473" y="937660"/>
            <a:ext cx="15900" cy="6568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6" name="Google Shape;66;p4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67" name="Google Shape;67;p4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4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4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4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" name="Google Shape;71;p4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72" name="Google Shape;72;p4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4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4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4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" name="Google Shape;76;p4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cap="flat" cmpd="sng" w="9525">
            <a:solidFill>
              <a:srgbClr val="CFB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CFB9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>
            <p:ph idx="2" type="pic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"/>
          <p:cNvSpPr txBox="1"/>
          <p:nvPr/>
        </p:nvSpPr>
        <p:spPr>
          <a:xfrm>
            <a:off x="510050" y="96599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159875" y="7502350"/>
            <a:ext cx="7612200" cy="2379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" name="Google Shape;80;p4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81" name="Google Shape;81;p4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4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4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" name="Google Shape;85;p4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4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4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" name="Google Shape;89;p4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575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CFB9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"/>
          <p:cNvSpPr txBox="1"/>
          <p:nvPr/>
        </p:nvSpPr>
        <p:spPr>
          <a:xfrm>
            <a:off x="290394" y="9345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b="0" i="0" sz="15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91" name="Google Shape;91;p4"/>
          <p:cNvGrpSpPr/>
          <p:nvPr/>
        </p:nvGrpSpPr>
        <p:grpSpPr>
          <a:xfrm>
            <a:off x="172024" y="1040825"/>
            <a:ext cx="137818" cy="187200"/>
            <a:chOff x="507100" y="1997600"/>
            <a:chExt cx="158375" cy="187200"/>
          </a:xfrm>
        </p:grpSpPr>
        <p:sp>
          <p:nvSpPr>
            <p:cNvPr id="92" name="Google Shape;92;p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0000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4069DD"/>
            </a:solidFill>
            <a:ln cap="flat" cmpd="sng" w="9525">
              <a:solidFill>
                <a:srgbClr val="4069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" name="Google Shape;94;p4"/>
          <p:cNvSpPr txBox="1"/>
          <p:nvPr/>
        </p:nvSpPr>
        <p:spPr>
          <a:xfrm>
            <a:off x="308719" y="28014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b="0" i="0" sz="15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95" name="Google Shape;95;p4"/>
          <p:cNvGrpSpPr/>
          <p:nvPr/>
        </p:nvGrpSpPr>
        <p:grpSpPr>
          <a:xfrm>
            <a:off x="190349" y="2907725"/>
            <a:ext cx="137818" cy="187200"/>
            <a:chOff x="507100" y="1540400"/>
            <a:chExt cx="158375" cy="187200"/>
          </a:xfrm>
        </p:grpSpPr>
        <p:sp>
          <p:nvSpPr>
            <p:cNvPr id="96" name="Google Shape;96;p4"/>
            <p:cNvSpPr/>
            <p:nvPr/>
          </p:nvSpPr>
          <p:spPr>
            <a:xfrm>
              <a:off x="529575" y="15404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4"/>
            <p:cNvSpPr/>
            <p:nvPr/>
          </p:nvSpPr>
          <p:spPr>
            <a:xfrm>
              <a:off x="507100" y="15598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" name="Google Shape;98;p4"/>
          <p:cNvSpPr txBox="1"/>
          <p:nvPr/>
        </p:nvSpPr>
        <p:spPr>
          <a:xfrm>
            <a:off x="290394" y="5399875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IMPACT  </a:t>
            </a:r>
            <a:endParaRPr b="0" i="0" sz="15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99" name="Google Shape;99;p4"/>
          <p:cNvGrpSpPr/>
          <p:nvPr/>
        </p:nvGrpSpPr>
        <p:grpSpPr>
          <a:xfrm>
            <a:off x="172024" y="5506200"/>
            <a:ext cx="137818" cy="187200"/>
            <a:chOff x="507100" y="1997600"/>
            <a:chExt cx="158375" cy="187200"/>
          </a:xfrm>
        </p:grpSpPr>
        <p:sp>
          <p:nvSpPr>
            <p:cNvPr id="100" name="Google Shape;100;p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4B4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" name="Google Shape;102;p4"/>
          <p:cNvSpPr txBox="1"/>
          <p:nvPr/>
        </p:nvSpPr>
        <p:spPr>
          <a:xfrm>
            <a:off x="-2480800" y="91265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 txBox="1"/>
          <p:nvPr/>
        </p:nvSpPr>
        <p:spPr>
          <a:xfrm>
            <a:off x="315596" y="7502355"/>
            <a:ext cx="627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KEY INSIGHTS</a:t>
            </a:r>
            <a:endParaRPr b="0" i="0" sz="15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4" name="Google Shape;104;p4"/>
          <p:cNvGrpSpPr/>
          <p:nvPr/>
        </p:nvGrpSpPr>
        <p:grpSpPr>
          <a:xfrm>
            <a:off x="172024" y="7607808"/>
            <a:ext cx="137818" cy="187200"/>
            <a:chOff x="507100" y="1997600"/>
            <a:chExt cx="158375" cy="187200"/>
          </a:xfrm>
        </p:grpSpPr>
        <p:sp>
          <p:nvSpPr>
            <p:cNvPr id="105" name="Google Shape;105;p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0F9D58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" name="Google Shape;107;p4"/>
          <p:cNvSpPr/>
          <p:nvPr>
            <p:ph idx="3" type="pic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5">
  <p:cSld name="CUSTOM_2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" name="Google Shape;109;p5"/>
          <p:cNvCxnSpPr/>
          <p:nvPr/>
        </p:nvCxnSpPr>
        <p:spPr>
          <a:xfrm>
            <a:off x="3049395" y="1359111"/>
            <a:ext cx="0" cy="5924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" name="Google Shape;110;p5"/>
          <p:cNvCxnSpPr>
            <a:stCxn id="111" idx="0"/>
          </p:cNvCxnSpPr>
          <p:nvPr/>
        </p:nvCxnSpPr>
        <p:spPr>
          <a:xfrm flipH="1">
            <a:off x="172020" y="1360807"/>
            <a:ext cx="18300" cy="9187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2" name="Google Shape;112;p5"/>
          <p:cNvGrpSpPr/>
          <p:nvPr/>
        </p:nvGrpSpPr>
        <p:grpSpPr>
          <a:xfrm>
            <a:off x="190320" y="1357857"/>
            <a:ext cx="7581691" cy="5901"/>
            <a:chOff x="1890075" y="5241175"/>
            <a:chExt cx="4240556" cy="257700"/>
          </a:xfrm>
        </p:grpSpPr>
        <p:sp>
          <p:nvSpPr>
            <p:cNvPr id="111" name="Google Shape;111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" name="Google Shape;116;p5"/>
          <p:cNvGrpSpPr/>
          <p:nvPr/>
        </p:nvGrpSpPr>
        <p:grpSpPr>
          <a:xfrm>
            <a:off x="190320" y="1388959"/>
            <a:ext cx="7581691" cy="5901"/>
            <a:chOff x="1890075" y="5241175"/>
            <a:chExt cx="4240556" cy="257700"/>
          </a:xfrm>
        </p:grpSpPr>
        <p:sp>
          <p:nvSpPr>
            <p:cNvPr id="117" name="Google Shape;117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" name="Google Shape;121;p5"/>
          <p:cNvSpPr txBox="1"/>
          <p:nvPr/>
        </p:nvSpPr>
        <p:spPr>
          <a:xfrm>
            <a:off x="490594" y="15441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b="0" i="0" sz="15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22" name="Google Shape;122;p5"/>
          <p:cNvGrpSpPr/>
          <p:nvPr/>
        </p:nvGrpSpPr>
        <p:grpSpPr>
          <a:xfrm>
            <a:off x="372224" y="1650425"/>
            <a:ext cx="137818" cy="187200"/>
            <a:chOff x="507100" y="1997600"/>
            <a:chExt cx="158375" cy="187200"/>
          </a:xfrm>
        </p:grpSpPr>
        <p:sp>
          <p:nvSpPr>
            <p:cNvPr id="123" name="Google Shape;123;p5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5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" name="Google Shape;125;p5"/>
          <p:cNvSpPr txBox="1"/>
          <p:nvPr/>
        </p:nvSpPr>
        <p:spPr>
          <a:xfrm>
            <a:off x="3314919" y="15441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b="0" i="0" sz="15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26" name="Google Shape;126;p5"/>
          <p:cNvGrpSpPr/>
          <p:nvPr/>
        </p:nvGrpSpPr>
        <p:grpSpPr>
          <a:xfrm>
            <a:off x="3196549" y="1650425"/>
            <a:ext cx="137818" cy="187200"/>
            <a:chOff x="507100" y="1997600"/>
            <a:chExt cx="158375" cy="187200"/>
          </a:xfrm>
        </p:grpSpPr>
        <p:sp>
          <p:nvSpPr>
            <p:cNvPr id="127" name="Google Shape;127;p5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5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" name="Google Shape;129;p5"/>
          <p:cNvSpPr txBox="1"/>
          <p:nvPr/>
        </p:nvSpPr>
        <p:spPr>
          <a:xfrm>
            <a:off x="3314919" y="43673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KEY INSIGHTS </a:t>
            </a:r>
            <a:endParaRPr b="0" i="0" sz="15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30" name="Google Shape;130;p5"/>
          <p:cNvGrpSpPr/>
          <p:nvPr/>
        </p:nvGrpSpPr>
        <p:grpSpPr>
          <a:xfrm>
            <a:off x="3196549" y="4473625"/>
            <a:ext cx="137818" cy="187200"/>
            <a:chOff x="507100" y="1997600"/>
            <a:chExt cx="158375" cy="187200"/>
          </a:xfrm>
        </p:grpSpPr>
        <p:sp>
          <p:nvSpPr>
            <p:cNvPr id="131" name="Google Shape;131;p5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3" name="Google Shape;133;p5"/>
          <p:cNvGrpSpPr/>
          <p:nvPr/>
        </p:nvGrpSpPr>
        <p:grpSpPr>
          <a:xfrm>
            <a:off x="172050" y="5100163"/>
            <a:ext cx="2852450" cy="4958106"/>
            <a:chOff x="404700" y="4541500"/>
            <a:chExt cx="2852450" cy="5007177"/>
          </a:xfrm>
        </p:grpSpPr>
        <p:sp>
          <p:nvSpPr>
            <p:cNvPr id="134" name="Google Shape;134;p5"/>
            <p:cNvSpPr/>
            <p:nvPr/>
          </p:nvSpPr>
          <p:spPr>
            <a:xfrm>
              <a:off x="404700" y="4574122"/>
              <a:ext cx="2758200" cy="49338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5"/>
            <p:cNvSpPr/>
            <p:nvPr/>
          </p:nvSpPr>
          <p:spPr>
            <a:xfrm>
              <a:off x="452450" y="4614877"/>
              <a:ext cx="2804700" cy="4933800"/>
            </a:xfrm>
            <a:prstGeom prst="rect">
              <a:avLst/>
            </a:prstGeom>
            <a:solidFill>
              <a:srgbClr val="CCCCCC"/>
            </a:solidFill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5"/>
            <p:cNvSpPr txBox="1"/>
            <p:nvPr/>
          </p:nvSpPr>
          <p:spPr>
            <a:xfrm>
              <a:off x="643125" y="4541500"/>
              <a:ext cx="25959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" sz="1500" u="none" cap="none" strike="noStrike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IMPACT</a:t>
              </a:r>
              <a:endParaRPr b="0" i="0" sz="15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529575" y="4663612"/>
              <a:ext cx="135900" cy="2004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507100" y="4684392"/>
              <a:ext cx="135900" cy="1569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9" name="Google Shape;139;p5"/>
          <p:cNvSpPr txBox="1"/>
          <p:nvPr/>
        </p:nvSpPr>
        <p:spPr>
          <a:xfrm>
            <a:off x="190350" y="11200"/>
            <a:ext cx="7290900" cy="771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"/>
          <p:cNvSpPr txBox="1"/>
          <p:nvPr/>
        </p:nvSpPr>
        <p:spPr>
          <a:xfrm>
            <a:off x="2226300" y="513400"/>
            <a:ext cx="321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41" name="Google Shape;141;p5"/>
          <p:cNvSpPr/>
          <p:nvPr>
            <p:ph idx="2" type="pic"/>
          </p:nvPr>
        </p:nvSpPr>
        <p:spPr>
          <a:xfrm>
            <a:off x="4467025" y="5862300"/>
            <a:ext cx="3006900" cy="204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3">
  <p:cSld name="CUSTOM_2_1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" name="Google Shape;143;p6"/>
          <p:cNvCxnSpPr/>
          <p:nvPr/>
        </p:nvCxnSpPr>
        <p:spPr>
          <a:xfrm>
            <a:off x="400175" y="1369975"/>
            <a:ext cx="0" cy="8693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4" name="Google Shape;144;p6"/>
          <p:cNvGrpSpPr/>
          <p:nvPr/>
        </p:nvGrpSpPr>
        <p:grpSpPr>
          <a:xfrm>
            <a:off x="404725" y="1300475"/>
            <a:ext cx="6908400" cy="72025"/>
            <a:chOff x="404725" y="1681475"/>
            <a:chExt cx="6908400" cy="72025"/>
          </a:xfrm>
        </p:grpSpPr>
        <p:cxnSp>
          <p:nvCxnSpPr>
            <p:cNvPr id="145" name="Google Shape;145;p6"/>
            <p:cNvCxnSpPr/>
            <p:nvPr/>
          </p:nvCxnSpPr>
          <p:spPr>
            <a:xfrm flipH="1" rot="10800000">
              <a:off x="404725" y="1681475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" name="Google Shape;146;p6"/>
            <p:cNvCxnSpPr/>
            <p:nvPr/>
          </p:nvCxnSpPr>
          <p:spPr>
            <a:xfrm flipH="1" rot="10800000">
              <a:off x="404725" y="1736700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47" name="Google Shape;147;p6"/>
          <p:cNvCxnSpPr/>
          <p:nvPr/>
        </p:nvCxnSpPr>
        <p:spPr>
          <a:xfrm>
            <a:off x="7324850" y="1360450"/>
            <a:ext cx="0" cy="8731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" name="Google Shape;148;p6"/>
          <p:cNvCxnSpPr/>
          <p:nvPr/>
        </p:nvCxnSpPr>
        <p:spPr>
          <a:xfrm rot="10800000">
            <a:off x="438150" y="3276600"/>
            <a:ext cx="68961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" name="Google Shape;149;p6"/>
          <p:cNvCxnSpPr/>
          <p:nvPr/>
        </p:nvCxnSpPr>
        <p:spPr>
          <a:xfrm>
            <a:off x="3861475" y="3505200"/>
            <a:ext cx="0" cy="6576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0" name="Google Shape;150;p6"/>
          <p:cNvGrpSpPr/>
          <p:nvPr/>
        </p:nvGrpSpPr>
        <p:grpSpPr>
          <a:xfrm>
            <a:off x="417975" y="1504250"/>
            <a:ext cx="2357775" cy="410125"/>
            <a:chOff x="417975" y="1885250"/>
            <a:chExt cx="2357775" cy="410125"/>
          </a:xfrm>
        </p:grpSpPr>
        <p:sp>
          <p:nvSpPr>
            <p:cNvPr id="151" name="Google Shape;151;p6"/>
            <p:cNvSpPr/>
            <p:nvPr/>
          </p:nvSpPr>
          <p:spPr>
            <a:xfrm>
              <a:off x="417975" y="18852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6"/>
            <p:cNvSpPr/>
            <p:nvPr/>
          </p:nvSpPr>
          <p:spPr>
            <a:xfrm rot="10800000">
              <a:off x="2236350" y="18858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6"/>
            <p:cNvSpPr/>
            <p:nvPr/>
          </p:nvSpPr>
          <p:spPr>
            <a:xfrm>
              <a:off x="446175" y="19053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6"/>
            <p:cNvSpPr/>
            <p:nvPr/>
          </p:nvSpPr>
          <p:spPr>
            <a:xfrm rot="10800000">
              <a:off x="2198100" y="19060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5" name="Google Shape;155;p6"/>
          <p:cNvGrpSpPr/>
          <p:nvPr/>
        </p:nvGrpSpPr>
        <p:grpSpPr>
          <a:xfrm>
            <a:off x="417975" y="3276600"/>
            <a:ext cx="2357775" cy="410125"/>
            <a:chOff x="265575" y="3352800"/>
            <a:chExt cx="2357775" cy="410125"/>
          </a:xfrm>
        </p:grpSpPr>
        <p:sp>
          <p:nvSpPr>
            <p:cNvPr id="156" name="Google Shape;156;p6"/>
            <p:cNvSpPr/>
            <p:nvPr/>
          </p:nvSpPr>
          <p:spPr>
            <a:xfrm>
              <a:off x="265575" y="33528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6"/>
            <p:cNvSpPr/>
            <p:nvPr/>
          </p:nvSpPr>
          <p:spPr>
            <a:xfrm rot="10800000">
              <a:off x="2083950" y="33534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6"/>
            <p:cNvSpPr/>
            <p:nvPr/>
          </p:nvSpPr>
          <p:spPr>
            <a:xfrm>
              <a:off x="293775" y="33728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6"/>
            <p:cNvSpPr/>
            <p:nvPr/>
          </p:nvSpPr>
          <p:spPr>
            <a:xfrm rot="10800000">
              <a:off x="2045700" y="337355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0" name="Google Shape;160;p6"/>
          <p:cNvGrpSpPr/>
          <p:nvPr/>
        </p:nvGrpSpPr>
        <p:grpSpPr>
          <a:xfrm>
            <a:off x="3872044" y="3276600"/>
            <a:ext cx="2747987" cy="410125"/>
            <a:chOff x="3567313" y="3200400"/>
            <a:chExt cx="2357775" cy="410125"/>
          </a:xfrm>
        </p:grpSpPr>
        <p:sp>
          <p:nvSpPr>
            <p:cNvPr id="161" name="Google Shape;161;p6"/>
            <p:cNvSpPr/>
            <p:nvPr/>
          </p:nvSpPr>
          <p:spPr>
            <a:xfrm>
              <a:off x="3567313" y="32004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6"/>
            <p:cNvSpPr/>
            <p:nvPr/>
          </p:nvSpPr>
          <p:spPr>
            <a:xfrm rot="10800000">
              <a:off x="5385688" y="32010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6"/>
            <p:cNvSpPr/>
            <p:nvPr/>
          </p:nvSpPr>
          <p:spPr>
            <a:xfrm>
              <a:off x="3595513" y="32204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6"/>
            <p:cNvSpPr/>
            <p:nvPr/>
          </p:nvSpPr>
          <p:spPr>
            <a:xfrm rot="10800000">
              <a:off x="5393639" y="3221150"/>
              <a:ext cx="4734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5" name="Google Shape;165;p6"/>
          <p:cNvGrpSpPr/>
          <p:nvPr/>
        </p:nvGrpSpPr>
        <p:grpSpPr>
          <a:xfrm>
            <a:off x="417963" y="6597750"/>
            <a:ext cx="2357775" cy="410125"/>
            <a:chOff x="-39237" y="6140550"/>
            <a:chExt cx="2357775" cy="410125"/>
          </a:xfrm>
        </p:grpSpPr>
        <p:sp>
          <p:nvSpPr>
            <p:cNvPr id="166" name="Google Shape;166;p6"/>
            <p:cNvSpPr/>
            <p:nvPr/>
          </p:nvSpPr>
          <p:spPr>
            <a:xfrm>
              <a:off x="-39237" y="61405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6"/>
            <p:cNvSpPr/>
            <p:nvPr/>
          </p:nvSpPr>
          <p:spPr>
            <a:xfrm rot="10800000">
              <a:off x="1779138" y="61411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6"/>
            <p:cNvSpPr/>
            <p:nvPr/>
          </p:nvSpPr>
          <p:spPr>
            <a:xfrm>
              <a:off x="-11037" y="61606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6"/>
            <p:cNvSpPr/>
            <p:nvPr/>
          </p:nvSpPr>
          <p:spPr>
            <a:xfrm rot="10800000">
              <a:off x="1740888" y="61613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0" name="Google Shape;170;p6"/>
          <p:cNvSpPr txBox="1"/>
          <p:nvPr/>
        </p:nvSpPr>
        <p:spPr>
          <a:xfrm>
            <a:off x="402100" y="1527525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OVERVIEW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"/>
          <p:cNvSpPr txBox="1"/>
          <p:nvPr/>
        </p:nvSpPr>
        <p:spPr>
          <a:xfrm>
            <a:off x="476200" y="3276599"/>
            <a:ext cx="17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STATUS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 txBox="1"/>
          <p:nvPr/>
        </p:nvSpPr>
        <p:spPr>
          <a:xfrm>
            <a:off x="623225" y="6602713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STEPS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 txBox="1"/>
          <p:nvPr/>
        </p:nvSpPr>
        <p:spPr>
          <a:xfrm>
            <a:off x="3848750" y="3276600"/>
            <a:ext cx="167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INSIGHTS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 txBox="1"/>
          <p:nvPr/>
        </p:nvSpPr>
        <p:spPr>
          <a:xfrm>
            <a:off x="3905525" y="4039263"/>
            <a:ext cx="3219000" cy="26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6"/>
          <p:cNvSpPr txBox="1"/>
          <p:nvPr/>
        </p:nvSpPr>
        <p:spPr>
          <a:xfrm>
            <a:off x="4183575" y="9228125"/>
            <a:ext cx="30867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"/>
          <p:cNvSpPr/>
          <p:nvPr>
            <p:ph idx="2" type="pic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extLst>
    <p:ext uri="{DCECCB84-F9BA-43D5-87BE-67443E8EF086}">
      <p15:sldGuideLst>
        <p15:guide id="1" pos="255">
          <p15:clr>
            <a:srgbClr val="FA7B17"/>
          </p15:clr>
        </p15:guide>
        <p15:guide id="2" orient="horz" pos="2922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4">
  <p:cSld name="CUSTOM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0" name="Google Shape;180;p7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181" name="Google Shape;181;p7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7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7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7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5" name="Google Shape;185;p7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186" name="Google Shape;186;p7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7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7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7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0" name="Google Shape;190;p7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EEEEEE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Overview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432000" y="2620004"/>
            <a:ext cx="1598400" cy="285000"/>
          </a:xfrm>
          <a:prstGeom prst="rect">
            <a:avLst/>
          </a:prstGeom>
          <a:solidFill>
            <a:srgbClr val="DB4437"/>
          </a:solidFill>
          <a:ln cap="flat" cmpd="sng" w="9525">
            <a:solidFill>
              <a:srgbClr val="DB4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432000" y="3615673"/>
            <a:ext cx="1598400" cy="269100"/>
          </a:xfrm>
          <a:prstGeom prst="rect">
            <a:avLst/>
          </a:prstGeom>
          <a:solidFill>
            <a:srgbClr val="F4B400"/>
          </a:solidFill>
          <a:ln cap="flat" cmpd="sng" w="952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432000" y="4676196"/>
            <a:ext cx="1598400" cy="285000"/>
          </a:xfrm>
          <a:prstGeom prst="rect">
            <a:avLst/>
          </a:prstGeom>
          <a:solidFill>
            <a:srgbClr val="0F9D58"/>
          </a:solidFill>
          <a:ln cap="flat" cmpd="sng" w="9525">
            <a:solidFill>
              <a:srgbClr val="0F9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Details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432000" y="829657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Steps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5" name="Google Shape;195;p7"/>
          <p:cNvGrpSpPr/>
          <p:nvPr/>
        </p:nvGrpSpPr>
        <p:grpSpPr>
          <a:xfrm>
            <a:off x="95351" y="8200359"/>
            <a:ext cx="7581691" cy="5901"/>
            <a:chOff x="1890075" y="5241175"/>
            <a:chExt cx="4240556" cy="257700"/>
          </a:xfrm>
        </p:grpSpPr>
        <p:sp>
          <p:nvSpPr>
            <p:cNvPr id="196" name="Google Shape;196;p7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7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7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7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0" name="Google Shape;200;p7"/>
          <p:cNvSpPr/>
          <p:nvPr>
            <p:ph idx="2" type="pic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6">
  <p:cSld name="CUSTOM_2_2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4" name="Google Shape;204;p8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205" name="Google Shape;205;p8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8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8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8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9" name="Google Shape;209;p8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210" name="Google Shape;210;p8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8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8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8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4" name="Google Shape;214;p8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2">
                <a:alpha val="49803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Overview 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432000" y="3153404"/>
            <a:ext cx="1598400" cy="285000"/>
          </a:xfrm>
          <a:prstGeom prst="rect">
            <a:avLst/>
          </a:prstGeom>
          <a:solidFill>
            <a:srgbClr val="DB4437"/>
          </a:solidFill>
          <a:ln cap="flat" cmpd="sng" w="9525">
            <a:solidFill>
              <a:srgbClr val="DB4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432000" y="4904796"/>
            <a:ext cx="1598400" cy="285000"/>
          </a:xfrm>
          <a:prstGeom prst="rect">
            <a:avLst/>
          </a:prstGeom>
          <a:solidFill>
            <a:srgbClr val="F4B400"/>
          </a:solidFill>
          <a:ln cap="flat" cmpd="sng" w="952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Results 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432000" y="8144170"/>
            <a:ext cx="1598400" cy="269100"/>
          </a:xfrm>
          <a:prstGeom prst="rect">
            <a:avLst/>
          </a:prstGeom>
          <a:solidFill>
            <a:srgbClr val="0F9D58"/>
          </a:solidFill>
          <a:ln cap="flat" cmpd="sng" w="9525">
            <a:solidFill>
              <a:srgbClr val="0F9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Next Steps 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8" name="Google Shape;218;p8"/>
          <p:cNvGrpSpPr/>
          <p:nvPr/>
        </p:nvGrpSpPr>
        <p:grpSpPr>
          <a:xfrm>
            <a:off x="95351" y="7971759"/>
            <a:ext cx="7581691" cy="5901"/>
            <a:chOff x="1890075" y="5241175"/>
            <a:chExt cx="4240556" cy="257700"/>
          </a:xfrm>
        </p:grpSpPr>
        <p:sp>
          <p:nvSpPr>
            <p:cNvPr id="219" name="Google Shape;219;p8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8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8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8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3" name="Google Shape;223;p8"/>
          <p:cNvSpPr/>
          <p:nvPr>
            <p:ph idx="2" type="pic"/>
          </p:nvPr>
        </p:nvSpPr>
        <p:spPr>
          <a:xfrm>
            <a:off x="4467025" y="5862300"/>
            <a:ext cx="3006900" cy="204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1" type="title">
  <p:cSld name="TITLE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10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231" name="Google Shape;231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5" name="Google Shape;235;p10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6" name="Google Shape;236;p10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237" name="Google Shape;237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41" name="Google Shape;241;p10"/>
          <p:cNvCxnSpPr>
            <a:stCxn id="231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2" name="Google Shape;242;p10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3" name="Google Shape;243;p10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44" name="Google Shape;244;p10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10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6" name="Google Shape;246;p10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47" name="Google Shape;247;p10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10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9" name="Google Shape;249;p10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250" name="Google Shape;250;p10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10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2" name="Google Shape;252;p10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Key Insights </a:t>
            </a:r>
            <a:endParaRPr b="0" i="0" sz="19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0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Details </a:t>
            </a:r>
            <a:endParaRPr b="0" i="0" sz="19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0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Next Steps </a:t>
            </a:r>
            <a:endParaRPr b="0" i="0" sz="19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5" name="Google Shape;255;p10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256" name="Google Shape;256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0" name="Google Shape;260;p10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1" name="Google Shape;261;p10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262" name="Google Shape;262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66" name="Google Shape;266;p10"/>
          <p:cNvCxnSpPr>
            <a:stCxn id="256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7" name="Google Shape;267;p10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68" name="Google Shape;268;p10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69" name="Google Shape;269;p10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10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1" name="Google Shape;271;p10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72" name="Google Shape;272;p10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10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4" name="Google Shape;274;p10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275" name="Google Shape;275;p10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10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7" name="Google Shape;277;p10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Key Insights </a:t>
            </a:r>
            <a:endParaRPr b="0" i="0" sz="1900" u="none" cap="none" strike="noStrik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0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Details </a:t>
            </a:r>
            <a:endParaRPr b="0" i="0" sz="1900" u="none" cap="none" strike="noStrik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0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Next Steps </a:t>
            </a:r>
            <a:endParaRPr b="0" i="0" sz="1900" u="none" cap="none" strike="noStrik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0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here to edit title</a:t>
            </a:r>
            <a:endParaRPr b="1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0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b="0" i="0" sz="1200" u="none" cap="none" strike="noStrike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282" name="Google Shape;282;p10"/>
          <p:cNvSpPr/>
          <p:nvPr>
            <p:ph idx="2" type="pic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10"/>
          <p:cNvSpPr txBox="1"/>
          <p:nvPr/>
        </p:nvSpPr>
        <p:spPr>
          <a:xfrm>
            <a:off x="4541175" y="5895125"/>
            <a:ext cx="30744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1" lang="en" sz="1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Image Alt-Text Here</a:t>
            </a:r>
            <a:endParaRPr b="0" i="1" sz="11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2">
  <p:cSld name="TITLE_1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5" name="Google Shape;285;p11"/>
          <p:cNvCxnSpPr/>
          <p:nvPr/>
        </p:nvCxnSpPr>
        <p:spPr>
          <a:xfrm>
            <a:off x="3049395" y="901911"/>
            <a:ext cx="0" cy="5924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6" name="Google Shape;286;p11"/>
          <p:cNvCxnSpPr>
            <a:stCxn id="287" idx="0"/>
          </p:cNvCxnSpPr>
          <p:nvPr/>
        </p:nvCxnSpPr>
        <p:spPr>
          <a:xfrm flipH="1">
            <a:off x="172045" y="903711"/>
            <a:ext cx="18300" cy="9187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88" name="Google Shape;288;p11"/>
          <p:cNvGrpSpPr/>
          <p:nvPr/>
        </p:nvGrpSpPr>
        <p:grpSpPr>
          <a:xfrm>
            <a:off x="190345" y="900758"/>
            <a:ext cx="7581747" cy="5906"/>
            <a:chOff x="1890075" y="5241175"/>
            <a:chExt cx="4240556" cy="257700"/>
          </a:xfrm>
        </p:grpSpPr>
        <p:sp>
          <p:nvSpPr>
            <p:cNvPr id="287" name="Google Shape;287;p11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11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11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11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2" name="Google Shape;292;p11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293" name="Google Shape;293;p11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11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11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11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7" name="Google Shape;297;p11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cap="flat" cmpd="sng" w="9525">
            <a:solidFill>
              <a:srgbClr val="CFB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CFB9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1"/>
          <p:cNvSpPr/>
          <p:nvPr>
            <p:ph idx="2" type="pic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11"/>
          <p:cNvSpPr txBox="1"/>
          <p:nvPr/>
        </p:nvSpPr>
        <p:spPr>
          <a:xfrm>
            <a:off x="510050" y="96599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190350" y="7617450"/>
            <a:ext cx="7581600" cy="22641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1" name="Google Shape;301;p11"/>
          <p:cNvCxnSpPr/>
          <p:nvPr/>
        </p:nvCxnSpPr>
        <p:spPr>
          <a:xfrm flipH="1">
            <a:off x="3028995" y="901911"/>
            <a:ext cx="20400" cy="8834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2" name="Google Shape;302;p11"/>
          <p:cNvCxnSpPr>
            <a:stCxn id="303" idx="0"/>
          </p:cNvCxnSpPr>
          <p:nvPr/>
        </p:nvCxnSpPr>
        <p:spPr>
          <a:xfrm flipH="1">
            <a:off x="172020" y="903607"/>
            <a:ext cx="18300" cy="9187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04" name="Google Shape;304;p11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303" name="Google Shape;303;p11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11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11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11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8" name="Google Shape;308;p11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309" name="Google Shape;309;p11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11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11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11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3" name="Google Shape;313;p11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cap="flat" cmpd="sng" w="9525">
            <a:solidFill>
              <a:srgbClr val="CFB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CFB9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1"/>
          <p:cNvSpPr txBox="1"/>
          <p:nvPr/>
        </p:nvSpPr>
        <p:spPr>
          <a:xfrm>
            <a:off x="290394" y="9345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b="0" i="0" sz="15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15" name="Google Shape;315;p11"/>
          <p:cNvGrpSpPr/>
          <p:nvPr/>
        </p:nvGrpSpPr>
        <p:grpSpPr>
          <a:xfrm>
            <a:off x="172024" y="1040825"/>
            <a:ext cx="137818" cy="187200"/>
            <a:chOff x="507100" y="1997600"/>
            <a:chExt cx="158375" cy="187200"/>
          </a:xfrm>
        </p:grpSpPr>
        <p:sp>
          <p:nvSpPr>
            <p:cNvPr id="316" name="Google Shape;316;p11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0000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11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0000FF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8" name="Google Shape;318;p11"/>
          <p:cNvSpPr txBox="1"/>
          <p:nvPr/>
        </p:nvSpPr>
        <p:spPr>
          <a:xfrm>
            <a:off x="308719" y="28014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b="0" i="0" sz="15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19" name="Google Shape;319;p11"/>
          <p:cNvGrpSpPr/>
          <p:nvPr/>
        </p:nvGrpSpPr>
        <p:grpSpPr>
          <a:xfrm>
            <a:off x="190349" y="2907725"/>
            <a:ext cx="137818" cy="187200"/>
            <a:chOff x="507100" y="1540400"/>
            <a:chExt cx="158375" cy="187200"/>
          </a:xfrm>
        </p:grpSpPr>
        <p:sp>
          <p:nvSpPr>
            <p:cNvPr id="320" name="Google Shape;320;p11"/>
            <p:cNvSpPr/>
            <p:nvPr/>
          </p:nvSpPr>
          <p:spPr>
            <a:xfrm>
              <a:off x="529575" y="15404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11"/>
            <p:cNvSpPr/>
            <p:nvPr/>
          </p:nvSpPr>
          <p:spPr>
            <a:xfrm>
              <a:off x="507100" y="15598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FF0000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2" name="Google Shape;322;p11"/>
          <p:cNvSpPr txBox="1"/>
          <p:nvPr/>
        </p:nvSpPr>
        <p:spPr>
          <a:xfrm>
            <a:off x="290394" y="5399875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IMPACT  </a:t>
            </a:r>
            <a:endParaRPr b="0" i="0" sz="15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23" name="Google Shape;323;p11"/>
          <p:cNvGrpSpPr/>
          <p:nvPr/>
        </p:nvGrpSpPr>
        <p:grpSpPr>
          <a:xfrm>
            <a:off x="172024" y="5506200"/>
            <a:ext cx="137818" cy="187200"/>
            <a:chOff x="507100" y="1997600"/>
            <a:chExt cx="158375" cy="187200"/>
          </a:xfrm>
        </p:grpSpPr>
        <p:sp>
          <p:nvSpPr>
            <p:cNvPr id="324" name="Google Shape;324;p11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11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FFFF00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6" name="Google Shape;326;p11"/>
          <p:cNvSpPr txBox="1"/>
          <p:nvPr/>
        </p:nvSpPr>
        <p:spPr>
          <a:xfrm>
            <a:off x="-2480800" y="91265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 txBox="1"/>
          <p:nvPr/>
        </p:nvSpPr>
        <p:spPr>
          <a:xfrm>
            <a:off x="315596" y="7502355"/>
            <a:ext cx="627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KEY INSIGHTS</a:t>
            </a:r>
            <a:endParaRPr b="0" i="0" sz="15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28" name="Google Shape;328;p11"/>
          <p:cNvGrpSpPr/>
          <p:nvPr/>
        </p:nvGrpSpPr>
        <p:grpSpPr>
          <a:xfrm>
            <a:off x="172024" y="7607808"/>
            <a:ext cx="137818" cy="187200"/>
            <a:chOff x="507100" y="1997600"/>
            <a:chExt cx="158375" cy="187200"/>
          </a:xfrm>
        </p:grpSpPr>
        <p:sp>
          <p:nvSpPr>
            <p:cNvPr id="329" name="Google Shape;329;p11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38761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11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38761D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1" name="Google Shape;331;p11"/>
          <p:cNvSpPr/>
          <p:nvPr>
            <p:ph idx="3" type="pic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11"/>
          <p:cNvSpPr txBox="1"/>
          <p:nvPr/>
        </p:nvSpPr>
        <p:spPr>
          <a:xfrm>
            <a:off x="159875" y="60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here to edit title</a:t>
            </a:r>
            <a:endParaRPr b="1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1"/>
          <p:cNvSpPr txBox="1"/>
          <p:nvPr/>
        </p:nvSpPr>
        <p:spPr>
          <a:xfrm>
            <a:off x="1763100" y="4908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b="0" i="0" sz="1200" u="none" cap="none" strike="noStrike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334" name="Google Shape;334;p11"/>
          <p:cNvSpPr txBox="1"/>
          <p:nvPr/>
        </p:nvSpPr>
        <p:spPr>
          <a:xfrm>
            <a:off x="3483688" y="403875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1" lang="en" sz="1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Image Alt-Text Here</a:t>
            </a:r>
            <a:endParaRPr b="0" i="1" sz="11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5" name="Google Shape;335;p11"/>
          <p:cNvSpPr txBox="1"/>
          <p:nvPr/>
        </p:nvSpPr>
        <p:spPr>
          <a:xfrm>
            <a:off x="3986375" y="71865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1" lang="en" sz="1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Image Alt-Text Here</a:t>
            </a:r>
            <a:endParaRPr b="0" i="1" sz="11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3">
  <p:cSld name="CUSTOM_2_1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7" name="Google Shape;337;p12"/>
          <p:cNvCxnSpPr/>
          <p:nvPr/>
        </p:nvCxnSpPr>
        <p:spPr>
          <a:xfrm>
            <a:off x="417963" y="311025"/>
            <a:ext cx="28200" cy="8777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38" name="Google Shape;338;p12"/>
          <p:cNvGrpSpPr/>
          <p:nvPr/>
        </p:nvGrpSpPr>
        <p:grpSpPr>
          <a:xfrm>
            <a:off x="404725" y="1300475"/>
            <a:ext cx="6908400" cy="72025"/>
            <a:chOff x="404725" y="1681475"/>
            <a:chExt cx="6908400" cy="72025"/>
          </a:xfrm>
        </p:grpSpPr>
        <p:cxnSp>
          <p:nvCxnSpPr>
            <p:cNvPr id="339" name="Google Shape;339;p12"/>
            <p:cNvCxnSpPr/>
            <p:nvPr/>
          </p:nvCxnSpPr>
          <p:spPr>
            <a:xfrm flipH="1" rot="10800000">
              <a:off x="404725" y="1681475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0" name="Google Shape;340;p12"/>
            <p:cNvCxnSpPr/>
            <p:nvPr/>
          </p:nvCxnSpPr>
          <p:spPr>
            <a:xfrm flipH="1" rot="10800000">
              <a:off x="404725" y="1736700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341" name="Google Shape;341;p12"/>
          <p:cNvCxnSpPr/>
          <p:nvPr/>
        </p:nvCxnSpPr>
        <p:spPr>
          <a:xfrm>
            <a:off x="7326238" y="6225"/>
            <a:ext cx="28200" cy="8777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2" name="Google Shape;342;p12"/>
          <p:cNvCxnSpPr/>
          <p:nvPr/>
        </p:nvCxnSpPr>
        <p:spPr>
          <a:xfrm rot="10800000">
            <a:off x="438150" y="3276600"/>
            <a:ext cx="68961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3" name="Google Shape;343;p12"/>
          <p:cNvCxnSpPr/>
          <p:nvPr/>
        </p:nvCxnSpPr>
        <p:spPr>
          <a:xfrm>
            <a:off x="3861475" y="3505200"/>
            <a:ext cx="0" cy="5611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44" name="Google Shape;344;p12"/>
          <p:cNvGrpSpPr/>
          <p:nvPr/>
        </p:nvGrpSpPr>
        <p:grpSpPr>
          <a:xfrm>
            <a:off x="417975" y="1504250"/>
            <a:ext cx="2357775" cy="410125"/>
            <a:chOff x="417975" y="1885250"/>
            <a:chExt cx="2357775" cy="410125"/>
          </a:xfrm>
        </p:grpSpPr>
        <p:sp>
          <p:nvSpPr>
            <p:cNvPr id="345" name="Google Shape;345;p12"/>
            <p:cNvSpPr/>
            <p:nvPr/>
          </p:nvSpPr>
          <p:spPr>
            <a:xfrm>
              <a:off x="417975" y="18852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12"/>
            <p:cNvSpPr/>
            <p:nvPr/>
          </p:nvSpPr>
          <p:spPr>
            <a:xfrm rot="10800000">
              <a:off x="2236350" y="18858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12"/>
            <p:cNvSpPr/>
            <p:nvPr/>
          </p:nvSpPr>
          <p:spPr>
            <a:xfrm>
              <a:off x="446175" y="19053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12"/>
            <p:cNvSpPr/>
            <p:nvPr/>
          </p:nvSpPr>
          <p:spPr>
            <a:xfrm rot="10800000">
              <a:off x="2198100" y="19060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9" name="Google Shape;349;p12"/>
          <p:cNvGrpSpPr/>
          <p:nvPr/>
        </p:nvGrpSpPr>
        <p:grpSpPr>
          <a:xfrm>
            <a:off x="417975" y="3276600"/>
            <a:ext cx="2357775" cy="410125"/>
            <a:chOff x="265575" y="3352800"/>
            <a:chExt cx="2357775" cy="410125"/>
          </a:xfrm>
        </p:grpSpPr>
        <p:sp>
          <p:nvSpPr>
            <p:cNvPr id="350" name="Google Shape;350;p12"/>
            <p:cNvSpPr/>
            <p:nvPr/>
          </p:nvSpPr>
          <p:spPr>
            <a:xfrm>
              <a:off x="265575" y="33528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12"/>
            <p:cNvSpPr/>
            <p:nvPr/>
          </p:nvSpPr>
          <p:spPr>
            <a:xfrm rot="10800000">
              <a:off x="2083950" y="33534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12"/>
            <p:cNvSpPr/>
            <p:nvPr/>
          </p:nvSpPr>
          <p:spPr>
            <a:xfrm>
              <a:off x="293775" y="33728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12"/>
            <p:cNvSpPr/>
            <p:nvPr/>
          </p:nvSpPr>
          <p:spPr>
            <a:xfrm rot="10800000">
              <a:off x="2045700" y="337355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4" name="Google Shape;354;p12"/>
          <p:cNvGrpSpPr/>
          <p:nvPr/>
        </p:nvGrpSpPr>
        <p:grpSpPr>
          <a:xfrm>
            <a:off x="3872044" y="3276600"/>
            <a:ext cx="2747987" cy="410125"/>
            <a:chOff x="3567313" y="3200400"/>
            <a:chExt cx="2357775" cy="410125"/>
          </a:xfrm>
        </p:grpSpPr>
        <p:sp>
          <p:nvSpPr>
            <p:cNvPr id="355" name="Google Shape;355;p12"/>
            <p:cNvSpPr/>
            <p:nvPr/>
          </p:nvSpPr>
          <p:spPr>
            <a:xfrm>
              <a:off x="3567313" y="32004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12"/>
            <p:cNvSpPr/>
            <p:nvPr/>
          </p:nvSpPr>
          <p:spPr>
            <a:xfrm rot="10800000">
              <a:off x="5385688" y="32010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12"/>
            <p:cNvSpPr/>
            <p:nvPr/>
          </p:nvSpPr>
          <p:spPr>
            <a:xfrm>
              <a:off x="3595513" y="32204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12"/>
            <p:cNvSpPr/>
            <p:nvPr/>
          </p:nvSpPr>
          <p:spPr>
            <a:xfrm rot="10800000">
              <a:off x="5393639" y="3221150"/>
              <a:ext cx="4734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9" name="Google Shape;359;p12"/>
          <p:cNvGrpSpPr/>
          <p:nvPr/>
        </p:nvGrpSpPr>
        <p:grpSpPr>
          <a:xfrm>
            <a:off x="417963" y="6597750"/>
            <a:ext cx="2357775" cy="410125"/>
            <a:chOff x="-39237" y="6140550"/>
            <a:chExt cx="2357775" cy="410125"/>
          </a:xfrm>
        </p:grpSpPr>
        <p:sp>
          <p:nvSpPr>
            <p:cNvPr id="360" name="Google Shape;360;p12"/>
            <p:cNvSpPr/>
            <p:nvPr/>
          </p:nvSpPr>
          <p:spPr>
            <a:xfrm>
              <a:off x="-39237" y="61405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12"/>
            <p:cNvSpPr/>
            <p:nvPr/>
          </p:nvSpPr>
          <p:spPr>
            <a:xfrm rot="10800000">
              <a:off x="1779138" y="61411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12"/>
            <p:cNvSpPr/>
            <p:nvPr/>
          </p:nvSpPr>
          <p:spPr>
            <a:xfrm>
              <a:off x="-11037" y="61606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12"/>
            <p:cNvSpPr/>
            <p:nvPr/>
          </p:nvSpPr>
          <p:spPr>
            <a:xfrm rot="10800000">
              <a:off x="1740888" y="61613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4" name="Google Shape;364;p12"/>
          <p:cNvSpPr txBox="1"/>
          <p:nvPr/>
        </p:nvSpPr>
        <p:spPr>
          <a:xfrm>
            <a:off x="402100" y="1527525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OVERVIEW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2"/>
          <p:cNvSpPr txBox="1"/>
          <p:nvPr/>
        </p:nvSpPr>
        <p:spPr>
          <a:xfrm>
            <a:off x="476200" y="3276599"/>
            <a:ext cx="17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STATUS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2"/>
          <p:cNvSpPr txBox="1"/>
          <p:nvPr/>
        </p:nvSpPr>
        <p:spPr>
          <a:xfrm>
            <a:off x="623225" y="6602713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STEPS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2"/>
          <p:cNvSpPr txBox="1"/>
          <p:nvPr/>
        </p:nvSpPr>
        <p:spPr>
          <a:xfrm>
            <a:off x="3848750" y="3276600"/>
            <a:ext cx="167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INSIGHTS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2"/>
          <p:cNvSpPr txBox="1"/>
          <p:nvPr/>
        </p:nvSpPr>
        <p:spPr>
          <a:xfrm>
            <a:off x="413425" y="1939675"/>
            <a:ext cx="6896100" cy="10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2"/>
          <p:cNvSpPr txBox="1"/>
          <p:nvPr/>
        </p:nvSpPr>
        <p:spPr>
          <a:xfrm>
            <a:off x="438138" y="3915350"/>
            <a:ext cx="3108300" cy="23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2"/>
          <p:cNvSpPr txBox="1"/>
          <p:nvPr/>
        </p:nvSpPr>
        <p:spPr>
          <a:xfrm>
            <a:off x="438150" y="7050750"/>
            <a:ext cx="3108300" cy="22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2"/>
          <p:cNvSpPr txBox="1"/>
          <p:nvPr/>
        </p:nvSpPr>
        <p:spPr>
          <a:xfrm>
            <a:off x="3905525" y="4039263"/>
            <a:ext cx="3219000" cy="26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2"/>
          <p:cNvSpPr txBox="1"/>
          <p:nvPr/>
        </p:nvSpPr>
        <p:spPr>
          <a:xfrm>
            <a:off x="4183575" y="9228125"/>
            <a:ext cx="30867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2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here to edit title</a:t>
            </a:r>
            <a:endParaRPr b="1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2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b="0" i="0" sz="1200" u="none" cap="none" strike="noStrike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375" name="Google Shape;375;p12"/>
          <p:cNvSpPr/>
          <p:nvPr>
            <p:ph idx="2" type="pic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12"/>
          <p:cNvSpPr txBox="1"/>
          <p:nvPr/>
        </p:nvSpPr>
        <p:spPr>
          <a:xfrm>
            <a:off x="4007763" y="86954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1" lang="en" sz="1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Image Alt-Text Here</a:t>
            </a:r>
            <a:endParaRPr b="0" i="1" sz="11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55">
          <p15:clr>
            <a:srgbClr val="FA7B17"/>
          </p15:clr>
        </p15:guide>
        <p15:guide id="2" orient="horz" pos="2922">
          <p15:clr>
            <a:srgbClr val="FA7B17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4">
  <p:cSld name="CUSTOM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3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3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0" name="Google Shape;380;p13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381" name="Google Shape;381;p1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1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1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1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5" name="Google Shape;385;p13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386" name="Google Shape;386;p1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1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1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1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0" name="Google Shape;390;p13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EEEEEE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Overview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3"/>
          <p:cNvSpPr/>
          <p:nvPr/>
        </p:nvSpPr>
        <p:spPr>
          <a:xfrm>
            <a:off x="432000" y="2620004"/>
            <a:ext cx="1598400" cy="285000"/>
          </a:xfrm>
          <a:prstGeom prst="rect">
            <a:avLst/>
          </a:prstGeom>
          <a:solidFill>
            <a:srgbClr val="DB4437"/>
          </a:solidFill>
          <a:ln cap="flat" cmpd="sng" w="9525">
            <a:solidFill>
              <a:srgbClr val="DB4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3"/>
          <p:cNvSpPr/>
          <p:nvPr/>
        </p:nvSpPr>
        <p:spPr>
          <a:xfrm>
            <a:off x="432000" y="3615673"/>
            <a:ext cx="1598400" cy="269100"/>
          </a:xfrm>
          <a:prstGeom prst="rect">
            <a:avLst/>
          </a:prstGeom>
          <a:solidFill>
            <a:srgbClr val="F4B400"/>
          </a:solidFill>
          <a:ln cap="flat" cmpd="sng" w="952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3"/>
          <p:cNvSpPr/>
          <p:nvPr/>
        </p:nvSpPr>
        <p:spPr>
          <a:xfrm>
            <a:off x="432000" y="4676196"/>
            <a:ext cx="1598400" cy="285000"/>
          </a:xfrm>
          <a:prstGeom prst="rect">
            <a:avLst/>
          </a:prstGeom>
          <a:solidFill>
            <a:srgbClr val="0F9D58"/>
          </a:solidFill>
          <a:ln cap="flat" cmpd="sng" w="9525">
            <a:solidFill>
              <a:srgbClr val="0F9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Details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3"/>
          <p:cNvSpPr/>
          <p:nvPr/>
        </p:nvSpPr>
        <p:spPr>
          <a:xfrm>
            <a:off x="432000" y="829657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Steps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5" name="Google Shape;395;p13"/>
          <p:cNvGrpSpPr/>
          <p:nvPr/>
        </p:nvGrpSpPr>
        <p:grpSpPr>
          <a:xfrm>
            <a:off x="95351" y="8200359"/>
            <a:ext cx="7581691" cy="5901"/>
            <a:chOff x="1890075" y="5241175"/>
            <a:chExt cx="4240556" cy="257700"/>
          </a:xfrm>
        </p:grpSpPr>
        <p:sp>
          <p:nvSpPr>
            <p:cNvPr id="396" name="Google Shape;396;p1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1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1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1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0" name="Google Shape;400;p13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here to edit title</a:t>
            </a:r>
            <a:endParaRPr b="1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3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b="0" i="0" sz="1200" u="none" cap="none" strike="noStrike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402" name="Google Shape;402;p13"/>
          <p:cNvSpPr/>
          <p:nvPr>
            <p:ph idx="2" type="pic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13"/>
          <p:cNvSpPr txBox="1"/>
          <p:nvPr/>
        </p:nvSpPr>
        <p:spPr>
          <a:xfrm>
            <a:off x="4326325" y="74569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1" lang="en" sz="1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Image Alt-Text Here</a:t>
            </a:r>
            <a:endParaRPr b="0" i="1" sz="11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 NOT USE ">
  <p:cSld name="TITLE_2_1"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4"/>
          <p:cNvSpPr txBox="1"/>
          <p:nvPr/>
        </p:nvSpPr>
        <p:spPr>
          <a:xfrm>
            <a:off x="3993321" y="9367991"/>
            <a:ext cx="36939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Source:  Lorem ipsum dolor sit amet, consectetur adipiscing elit. Duis non erat sem</a:t>
            </a:r>
            <a:endParaRPr b="0" i="0" sz="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06" name="Google Shape;406;p14"/>
          <p:cNvGrpSpPr/>
          <p:nvPr/>
        </p:nvGrpSpPr>
        <p:grpSpPr>
          <a:xfrm>
            <a:off x="-16250" y="9048087"/>
            <a:ext cx="7804900" cy="1072407"/>
            <a:chOff x="-19118" y="4617750"/>
            <a:chExt cx="9182236" cy="548378"/>
          </a:xfrm>
        </p:grpSpPr>
        <p:sp>
          <p:nvSpPr>
            <p:cNvPr id="407" name="Google Shape;407;p14"/>
            <p:cNvSpPr/>
            <p:nvPr/>
          </p:nvSpPr>
          <p:spPr>
            <a:xfrm flipH="1">
              <a:off x="19244" y="4617750"/>
              <a:ext cx="9143874" cy="548378"/>
            </a:xfrm>
            <a:custGeom>
              <a:rect b="b" l="l" r="r" t="t"/>
              <a:pathLst>
                <a:path extrusionOk="0" h="19840" w="367556">
                  <a:moveTo>
                    <a:pt x="0" y="19840"/>
                  </a:moveTo>
                  <a:lnTo>
                    <a:pt x="515" y="0"/>
                  </a:lnTo>
                  <a:lnTo>
                    <a:pt x="367556" y="11270"/>
                  </a:lnTo>
                  <a:lnTo>
                    <a:pt x="367044" y="18698"/>
                  </a:lnTo>
                  <a:close/>
                </a:path>
              </a:pathLst>
            </a:custGeom>
            <a:solidFill>
              <a:srgbClr val="4069DD"/>
            </a:solidFill>
            <a:ln>
              <a:noFill/>
            </a:ln>
          </p:spPr>
        </p:sp>
        <p:sp>
          <p:nvSpPr>
            <p:cNvPr id="408" name="Google Shape;408;p14"/>
            <p:cNvSpPr/>
            <p:nvPr/>
          </p:nvSpPr>
          <p:spPr>
            <a:xfrm flipH="1">
              <a:off x="-19118" y="4677825"/>
              <a:ext cx="4769786" cy="473975"/>
            </a:xfrm>
            <a:custGeom>
              <a:rect b="b" l="l" r="r" t="t"/>
              <a:pathLst>
                <a:path extrusionOk="0" h="18959" w="366343">
                  <a:moveTo>
                    <a:pt x="0" y="18521"/>
                  </a:moveTo>
                  <a:lnTo>
                    <a:pt x="366343" y="0"/>
                  </a:lnTo>
                  <a:lnTo>
                    <a:pt x="366052" y="18959"/>
                  </a:lnTo>
                  <a:close/>
                </a:path>
              </a:pathLst>
            </a:custGeom>
            <a:solidFill>
              <a:srgbClr val="448AFF"/>
            </a:solidFill>
            <a:ln>
              <a:noFill/>
            </a:ln>
          </p:spPr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DO NOT USE">
  <p:cSld name="CUSTOM_1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247350" y="1195375"/>
            <a:ext cx="449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6" name="Google Shape;226;p9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7" name="Google Shape;227;p9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8" name="Google Shape;228;p9"/>
          <p:cNvSpPr txBox="1"/>
          <p:nvPr/>
        </p:nvSpPr>
        <p:spPr>
          <a:xfrm>
            <a:off x="3247350" y="1195375"/>
            <a:ext cx="449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6"/>
          <p:cNvSpPr txBox="1"/>
          <p:nvPr/>
        </p:nvSpPr>
        <p:spPr>
          <a:xfrm>
            <a:off x="428625" y="4256675"/>
            <a:ext cx="7077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Executive summary templates</a:t>
            </a:r>
            <a:endParaRPr b="1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6"/>
          <p:cNvSpPr txBox="1"/>
          <p:nvPr/>
        </p:nvSpPr>
        <p:spPr>
          <a:xfrm>
            <a:off x="428625" y="4866275"/>
            <a:ext cx="7077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the Layout dropdown menu to select a template or build your own using these layouts as inspiration. 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7"/>
          <p:cNvSpPr txBox="1"/>
          <p:nvPr/>
        </p:nvSpPr>
        <p:spPr>
          <a:xfrm>
            <a:off x="188700" y="1533300"/>
            <a:ext cx="36975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b="0" i="0" lang="en" sz="13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Overview</a:t>
            </a:r>
            <a:endParaRPr b="0" i="0" sz="13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7"/>
          <p:cNvSpPr txBox="1"/>
          <p:nvPr/>
        </p:nvSpPr>
        <p:spPr>
          <a:xfrm>
            <a:off x="287625" y="1859125"/>
            <a:ext cx="730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7"/>
          <p:cNvSpPr/>
          <p:nvPr>
            <p:ph idx="2" type="pic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p17"/>
          <p:cNvSpPr txBox="1"/>
          <p:nvPr/>
        </p:nvSpPr>
        <p:spPr>
          <a:xfrm>
            <a:off x="4583375" y="5956025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1" lang="en" sz="1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Image Alt-Text Here</a:t>
            </a:r>
            <a:endParaRPr b="0" i="1" sz="11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24" name="Google Shape;424;p17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25" name="Google Shape;425;p17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9803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marR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Title</a:t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17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8"/>
          <p:cNvSpPr/>
          <p:nvPr>
            <p:ph idx="2" type="pic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p18"/>
          <p:cNvSpPr/>
          <p:nvPr>
            <p:ph idx="3" type="pic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p18"/>
          <p:cNvSpPr txBox="1"/>
          <p:nvPr/>
        </p:nvSpPr>
        <p:spPr>
          <a:xfrm>
            <a:off x="3986375" y="71865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1" lang="en" sz="1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Image Alt-Text Here</a:t>
            </a:r>
            <a:endParaRPr b="0" i="1" sz="11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4" name="Google Shape;434;p18"/>
          <p:cNvSpPr txBox="1"/>
          <p:nvPr/>
        </p:nvSpPr>
        <p:spPr>
          <a:xfrm>
            <a:off x="3552100" y="4052775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1" lang="en" sz="1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Image Alt-Text Here</a:t>
            </a:r>
            <a:endParaRPr b="0" i="1" sz="11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35" name="Google Shape;435;p18"/>
          <p:cNvGrpSpPr/>
          <p:nvPr/>
        </p:nvGrpSpPr>
        <p:grpSpPr>
          <a:xfrm>
            <a:off x="176650" y="131675"/>
            <a:ext cx="5190000" cy="771300"/>
            <a:chOff x="188700" y="665125"/>
            <a:chExt cx="5190000" cy="771300"/>
          </a:xfrm>
        </p:grpSpPr>
        <p:sp>
          <p:nvSpPr>
            <p:cNvPr id="436" name="Google Shape;436;p18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9803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marR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Title</a:t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18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9"/>
          <p:cNvSpPr/>
          <p:nvPr>
            <p:ph idx="2" type="pic"/>
          </p:nvPr>
        </p:nvSpPr>
        <p:spPr>
          <a:xfrm>
            <a:off x="4467025" y="5862300"/>
            <a:ext cx="3006900" cy="204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sp>
      <p:sp>
        <p:nvSpPr>
          <p:cNvPr id="443" name="Google Shape;443;p19"/>
          <p:cNvSpPr txBox="1"/>
          <p:nvPr/>
        </p:nvSpPr>
        <p:spPr>
          <a:xfrm>
            <a:off x="4467025" y="80247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1" lang="en" sz="1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Image Alt-Text Here</a:t>
            </a:r>
            <a:endParaRPr b="0" i="1" sz="11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44" name="Google Shape;444;p19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45" name="Google Shape;445;p19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9803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marR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Title</a:t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19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0"/>
          <p:cNvSpPr/>
          <p:nvPr>
            <p:ph idx="2" type="pic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452" name="Google Shape;452;p20"/>
          <p:cNvGrpSpPr/>
          <p:nvPr/>
        </p:nvGrpSpPr>
        <p:grpSpPr>
          <a:xfrm>
            <a:off x="404725" y="508525"/>
            <a:ext cx="5190000" cy="771300"/>
            <a:chOff x="188700" y="665125"/>
            <a:chExt cx="5190000" cy="771300"/>
          </a:xfrm>
        </p:grpSpPr>
        <p:sp>
          <p:nvSpPr>
            <p:cNvPr id="453" name="Google Shape;453;p20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9803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marR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Title</a:t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20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1"/>
          <p:cNvSpPr txBox="1"/>
          <p:nvPr/>
        </p:nvSpPr>
        <p:spPr>
          <a:xfrm>
            <a:off x="4467025" y="6764100"/>
            <a:ext cx="30069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1" lang="en" sz="1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Image Alt-Text Here</a:t>
            </a:r>
            <a:endParaRPr b="0" i="1" sz="11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0" name="Google Shape;460;p21"/>
          <p:cNvSpPr/>
          <p:nvPr>
            <p:ph idx="2" type="pic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461" name="Google Shape;461;p21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62" name="Google Shape;462;p21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9803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marR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Title</a:t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21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8" name="Google Shape;468;p22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69" name="Google Shape;469;p22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9803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marR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Title</a:t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22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