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5" r:id="rId4"/>
    <p:sldMasterId id="2147483656" r:id="rId5"/>
  </p:sldMasterIdLst>
  <p:notesMasterIdLst>
    <p:notesMasterId r:id="rId6"/>
  </p:notesMasterIdLst>
  <p:sldIdLst>
    <p:sldId id="256" r:id="rId7"/>
  </p:sldIdLst>
  <p:sldSz cy="10058400" cx="7772400"/>
  <p:notesSz cx="6858000" cy="9144000"/>
  <p:embeddedFontLst>
    <p:embeddedFont>
      <p:font typeface="Roboto"/>
      <p:regular r:id="rId8"/>
      <p:bold r:id="rId9"/>
      <p:italic r:id="rId10"/>
      <p:boldItalic r:id="rId11"/>
    </p:embeddedFont>
    <p:embeddedFont>
      <p:font typeface="PT Sans Narrow"/>
      <p:regular r:id="rId12"/>
      <p:bold r:id="rId13"/>
    </p:embeddedFont>
    <p:embeddedFont>
      <p:font typeface="Lato"/>
      <p:regular r:id="rId14"/>
      <p:bold r:id="rId15"/>
      <p:italic r:id="rId16"/>
      <p:boldItalic r:id="rId17"/>
    </p:embeddedFont>
    <p:embeddedFont>
      <p:font typeface="Work Sans"/>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168">
          <p15:clr>
            <a:srgbClr val="A4A3A4"/>
          </p15:clr>
        </p15:guide>
        <p15:guide id="2" pos="244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168" orient="horz"/>
        <p:guide pos="2448"/>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WorkSans-italic.fntdata"/><Relationship Id="rId11" Type="http://schemas.openxmlformats.org/officeDocument/2006/relationships/font" Target="fonts/Roboto-boldItalic.fntdata"/><Relationship Id="rId10" Type="http://schemas.openxmlformats.org/officeDocument/2006/relationships/font" Target="fonts/Roboto-italic.fntdata"/><Relationship Id="rId21" Type="http://schemas.openxmlformats.org/officeDocument/2006/relationships/font" Target="fonts/WorkSans-boldItalic.fntdata"/><Relationship Id="rId13" Type="http://schemas.openxmlformats.org/officeDocument/2006/relationships/font" Target="fonts/PTSansNarrow-bold.fntdata"/><Relationship Id="rId12" Type="http://schemas.openxmlformats.org/officeDocument/2006/relationships/font" Target="fonts/PTSansNarrow-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font" Target="fonts/Roboto-bold.fntdata"/><Relationship Id="rId15" Type="http://schemas.openxmlformats.org/officeDocument/2006/relationships/font" Target="fonts/Lato-bold.fntdata"/><Relationship Id="rId14" Type="http://schemas.openxmlformats.org/officeDocument/2006/relationships/font" Target="fonts/Lato-regular.fntdata"/><Relationship Id="rId17" Type="http://schemas.openxmlformats.org/officeDocument/2006/relationships/font" Target="fonts/Lato-boldItalic.fntdata"/><Relationship Id="rId16" Type="http://schemas.openxmlformats.org/officeDocument/2006/relationships/font" Target="fonts/Lato-italic.fntdata"/><Relationship Id="rId5" Type="http://schemas.openxmlformats.org/officeDocument/2006/relationships/slideMaster" Target="slideMasters/slideMaster2.xml"/><Relationship Id="rId19" Type="http://schemas.openxmlformats.org/officeDocument/2006/relationships/font" Target="fonts/WorkSans-bold.fntdata"/><Relationship Id="rId6" Type="http://schemas.openxmlformats.org/officeDocument/2006/relationships/notesMaster" Target="notesMasters/notesMaster1.xml"/><Relationship Id="rId18" Type="http://schemas.openxmlformats.org/officeDocument/2006/relationships/font" Target="fonts/WorkSans-regular.fntdata"/><Relationship Id="rId7" Type="http://schemas.openxmlformats.org/officeDocument/2006/relationships/slide" Target="slides/slide1.xml"/><Relationship Id="rId8" Type="http://schemas.openxmlformats.org/officeDocument/2006/relationships/font" Target="fonts/Roboto-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notes"/>
          <p:cNvSpPr/>
          <p:nvPr>
            <p:ph idx="2" type="sldImg"/>
          </p:nvPr>
        </p:nvSpPr>
        <p:spPr>
          <a:xfrm>
            <a:off x="2105025" y="685800"/>
            <a:ext cx="2649538"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3" name="Google Shape;23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3">
  <p:cSld name="CUSTOM_2_1">
    <p:spTree>
      <p:nvGrpSpPr>
        <p:cNvPr id="10" name="Shape 10"/>
        <p:cNvGrpSpPr/>
        <p:nvPr/>
      </p:nvGrpSpPr>
      <p:grpSpPr>
        <a:xfrm>
          <a:off x="0" y="0"/>
          <a:ext cx="0" cy="0"/>
          <a:chOff x="0" y="0"/>
          <a:chExt cx="0" cy="0"/>
        </a:xfrm>
      </p:grpSpPr>
      <p:cxnSp>
        <p:nvCxnSpPr>
          <p:cNvPr id="11" name="Google Shape;11;p2"/>
          <p:cNvCxnSpPr/>
          <p:nvPr/>
        </p:nvCxnSpPr>
        <p:spPr>
          <a:xfrm>
            <a:off x="400175" y="1369975"/>
            <a:ext cx="0" cy="8693100"/>
          </a:xfrm>
          <a:prstGeom prst="straightConnector1">
            <a:avLst/>
          </a:prstGeom>
          <a:noFill/>
          <a:ln cap="flat" cmpd="sng" w="9525">
            <a:solidFill>
              <a:srgbClr val="B7B7B7"/>
            </a:solidFill>
            <a:prstDash val="solid"/>
            <a:round/>
            <a:headEnd len="sm" w="sm" type="none"/>
            <a:tailEnd len="sm" w="sm" type="none"/>
          </a:ln>
        </p:spPr>
      </p:cxnSp>
      <p:grpSp>
        <p:nvGrpSpPr>
          <p:cNvPr id="12" name="Google Shape;12;p2"/>
          <p:cNvGrpSpPr/>
          <p:nvPr/>
        </p:nvGrpSpPr>
        <p:grpSpPr>
          <a:xfrm>
            <a:off x="404725" y="1300475"/>
            <a:ext cx="6908400" cy="72025"/>
            <a:chOff x="404725" y="1681475"/>
            <a:chExt cx="6908400" cy="72025"/>
          </a:xfrm>
        </p:grpSpPr>
        <p:cxnSp>
          <p:nvCxnSpPr>
            <p:cNvPr id="13" name="Google Shape;13;p2"/>
            <p:cNvCxnSpPr/>
            <p:nvPr/>
          </p:nvCxnSpPr>
          <p:spPr>
            <a:xfrm flipH="1" rot="10800000">
              <a:off x="404725" y="1681475"/>
              <a:ext cx="6908400" cy="16800"/>
            </a:xfrm>
            <a:prstGeom prst="straightConnector1">
              <a:avLst/>
            </a:prstGeom>
            <a:noFill/>
            <a:ln cap="flat" cmpd="sng" w="38100">
              <a:solidFill>
                <a:srgbClr val="666666"/>
              </a:solidFill>
              <a:prstDash val="solid"/>
              <a:round/>
              <a:headEnd len="sm" w="sm" type="none"/>
              <a:tailEnd len="sm" w="sm" type="none"/>
            </a:ln>
          </p:spPr>
        </p:cxnSp>
        <p:cxnSp>
          <p:nvCxnSpPr>
            <p:cNvPr id="14" name="Google Shape;14;p2"/>
            <p:cNvCxnSpPr/>
            <p:nvPr/>
          </p:nvCxnSpPr>
          <p:spPr>
            <a:xfrm flipH="1" rot="10800000">
              <a:off x="404725" y="1736700"/>
              <a:ext cx="6908400" cy="16800"/>
            </a:xfrm>
            <a:prstGeom prst="straightConnector1">
              <a:avLst/>
            </a:prstGeom>
            <a:noFill/>
            <a:ln cap="flat" cmpd="sng" w="38100">
              <a:solidFill>
                <a:srgbClr val="666666"/>
              </a:solidFill>
              <a:prstDash val="solid"/>
              <a:round/>
              <a:headEnd len="sm" w="sm" type="none"/>
              <a:tailEnd len="sm" w="sm" type="none"/>
            </a:ln>
          </p:spPr>
        </p:cxnSp>
      </p:grpSp>
      <p:cxnSp>
        <p:nvCxnSpPr>
          <p:cNvPr id="15" name="Google Shape;15;p2"/>
          <p:cNvCxnSpPr/>
          <p:nvPr/>
        </p:nvCxnSpPr>
        <p:spPr>
          <a:xfrm>
            <a:off x="7324850" y="1360450"/>
            <a:ext cx="0" cy="8731200"/>
          </a:xfrm>
          <a:prstGeom prst="straightConnector1">
            <a:avLst/>
          </a:prstGeom>
          <a:noFill/>
          <a:ln cap="flat" cmpd="sng" w="9525">
            <a:solidFill>
              <a:srgbClr val="B7B7B7"/>
            </a:solidFill>
            <a:prstDash val="solid"/>
            <a:round/>
            <a:headEnd len="sm" w="sm" type="none"/>
            <a:tailEnd len="sm" w="sm" type="none"/>
          </a:ln>
        </p:spPr>
      </p:cxnSp>
      <p:cxnSp>
        <p:nvCxnSpPr>
          <p:cNvPr id="16" name="Google Shape;16;p2"/>
          <p:cNvCxnSpPr/>
          <p:nvPr/>
        </p:nvCxnSpPr>
        <p:spPr>
          <a:xfrm rot="10800000">
            <a:off x="438150" y="3276600"/>
            <a:ext cx="6896100" cy="0"/>
          </a:xfrm>
          <a:prstGeom prst="straightConnector1">
            <a:avLst/>
          </a:prstGeom>
          <a:noFill/>
          <a:ln cap="flat" cmpd="sng" w="9525">
            <a:solidFill>
              <a:srgbClr val="CCCCCC"/>
            </a:solidFill>
            <a:prstDash val="solid"/>
            <a:round/>
            <a:headEnd len="sm" w="sm" type="none"/>
            <a:tailEnd len="sm" w="sm" type="none"/>
          </a:ln>
        </p:spPr>
      </p:cxnSp>
      <p:cxnSp>
        <p:nvCxnSpPr>
          <p:cNvPr id="17" name="Google Shape;17;p2"/>
          <p:cNvCxnSpPr/>
          <p:nvPr/>
        </p:nvCxnSpPr>
        <p:spPr>
          <a:xfrm>
            <a:off x="3861475" y="3505200"/>
            <a:ext cx="0" cy="6576900"/>
          </a:xfrm>
          <a:prstGeom prst="straightConnector1">
            <a:avLst/>
          </a:prstGeom>
          <a:noFill/>
          <a:ln cap="flat" cmpd="sng" w="9525">
            <a:solidFill>
              <a:srgbClr val="B7B7B7"/>
            </a:solidFill>
            <a:prstDash val="solid"/>
            <a:round/>
            <a:headEnd len="sm" w="sm" type="none"/>
            <a:tailEnd len="sm" w="sm" type="none"/>
          </a:ln>
        </p:spPr>
      </p:cxnSp>
      <p:grpSp>
        <p:nvGrpSpPr>
          <p:cNvPr id="18" name="Google Shape;18;p2"/>
          <p:cNvGrpSpPr/>
          <p:nvPr/>
        </p:nvGrpSpPr>
        <p:grpSpPr>
          <a:xfrm>
            <a:off x="417975" y="1504250"/>
            <a:ext cx="2357775" cy="410125"/>
            <a:chOff x="417975" y="1885250"/>
            <a:chExt cx="2357775" cy="410125"/>
          </a:xfrm>
        </p:grpSpPr>
        <p:sp>
          <p:nvSpPr>
            <p:cNvPr id="19" name="Google Shape;19;p2"/>
            <p:cNvSpPr/>
            <p:nvPr/>
          </p:nvSpPr>
          <p:spPr>
            <a:xfrm>
              <a:off x="417975" y="1885250"/>
              <a:ext cx="2020800" cy="410100"/>
            </a:xfrm>
            <a:prstGeom prst="rect">
              <a:avLst/>
            </a:prstGeom>
            <a:solidFill>
              <a:srgbClr val="595959"/>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2"/>
            <p:cNvSpPr/>
            <p:nvPr/>
          </p:nvSpPr>
          <p:spPr>
            <a:xfrm rot="10800000">
              <a:off x="2236350" y="1885875"/>
              <a:ext cx="539400" cy="409500"/>
            </a:xfrm>
            <a:prstGeom prst="chevron">
              <a:avLst>
                <a:gd fmla="val 50000" name="adj"/>
              </a:avLst>
            </a:prstGeom>
            <a:solidFill>
              <a:srgbClr val="595959"/>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2"/>
            <p:cNvSpPr/>
            <p:nvPr/>
          </p:nvSpPr>
          <p:spPr>
            <a:xfrm>
              <a:off x="446175" y="1905300"/>
              <a:ext cx="1946700" cy="364200"/>
            </a:xfrm>
            <a:prstGeom prst="rect">
              <a:avLst/>
            </a:prstGeom>
            <a:solidFill>
              <a:srgbClr val="B7B7B7"/>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p2"/>
            <p:cNvSpPr/>
            <p:nvPr/>
          </p:nvSpPr>
          <p:spPr>
            <a:xfrm rot="10800000">
              <a:off x="2198100" y="1906000"/>
              <a:ext cx="519600" cy="363600"/>
            </a:xfrm>
            <a:prstGeom prst="chevron">
              <a:avLst>
                <a:gd fmla="val 50000" name="adj"/>
              </a:avLst>
            </a:prstGeom>
            <a:solidFill>
              <a:srgbClr val="B7B7B7"/>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 name="Google Shape;23;p2"/>
          <p:cNvGrpSpPr/>
          <p:nvPr/>
        </p:nvGrpSpPr>
        <p:grpSpPr>
          <a:xfrm>
            <a:off x="417975" y="3276600"/>
            <a:ext cx="2357775" cy="410125"/>
            <a:chOff x="265575" y="3352800"/>
            <a:chExt cx="2357775" cy="410125"/>
          </a:xfrm>
        </p:grpSpPr>
        <p:sp>
          <p:nvSpPr>
            <p:cNvPr id="24" name="Google Shape;24;p2"/>
            <p:cNvSpPr/>
            <p:nvPr/>
          </p:nvSpPr>
          <p:spPr>
            <a:xfrm>
              <a:off x="265575" y="3352800"/>
              <a:ext cx="2020800" cy="410100"/>
            </a:xfrm>
            <a:prstGeom prst="rect">
              <a:avLst/>
            </a:prstGeom>
            <a:solidFill>
              <a:srgbClr val="59595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 name="Google Shape;25;p2"/>
            <p:cNvSpPr/>
            <p:nvPr/>
          </p:nvSpPr>
          <p:spPr>
            <a:xfrm rot="10800000">
              <a:off x="2083950" y="3353425"/>
              <a:ext cx="539400" cy="409500"/>
            </a:xfrm>
            <a:prstGeom prst="chevron">
              <a:avLst>
                <a:gd fmla="val 50000" name="adj"/>
              </a:avLst>
            </a:prstGeom>
            <a:solidFill>
              <a:srgbClr val="59595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 name="Google Shape;26;p2"/>
            <p:cNvSpPr/>
            <p:nvPr/>
          </p:nvSpPr>
          <p:spPr>
            <a:xfrm>
              <a:off x="293775" y="3372850"/>
              <a:ext cx="1946700" cy="364200"/>
            </a:xfrm>
            <a:prstGeom prst="rect">
              <a:avLst/>
            </a:prstGeom>
            <a:solidFill>
              <a:srgbClr val="B7B7B7"/>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2"/>
            <p:cNvSpPr/>
            <p:nvPr/>
          </p:nvSpPr>
          <p:spPr>
            <a:xfrm rot="10800000">
              <a:off x="2045700" y="3373550"/>
              <a:ext cx="519600" cy="363600"/>
            </a:xfrm>
            <a:prstGeom prst="chevron">
              <a:avLst>
                <a:gd fmla="val 50000" name="adj"/>
              </a:avLst>
            </a:prstGeom>
            <a:solidFill>
              <a:srgbClr val="B7B7B7"/>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8" name="Google Shape;28;p2"/>
          <p:cNvGrpSpPr/>
          <p:nvPr/>
        </p:nvGrpSpPr>
        <p:grpSpPr>
          <a:xfrm>
            <a:off x="3872044" y="3276600"/>
            <a:ext cx="2747987" cy="410125"/>
            <a:chOff x="3567313" y="3200400"/>
            <a:chExt cx="2357775" cy="410125"/>
          </a:xfrm>
        </p:grpSpPr>
        <p:sp>
          <p:nvSpPr>
            <p:cNvPr id="29" name="Google Shape;29;p2"/>
            <p:cNvSpPr/>
            <p:nvPr/>
          </p:nvSpPr>
          <p:spPr>
            <a:xfrm>
              <a:off x="3567313" y="3200400"/>
              <a:ext cx="2020800" cy="410100"/>
            </a:xfrm>
            <a:prstGeom prst="rect">
              <a:avLst/>
            </a:prstGeom>
            <a:solidFill>
              <a:srgbClr val="595959"/>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2"/>
            <p:cNvSpPr/>
            <p:nvPr/>
          </p:nvSpPr>
          <p:spPr>
            <a:xfrm rot="10800000">
              <a:off x="5385688" y="3201025"/>
              <a:ext cx="539400" cy="409500"/>
            </a:xfrm>
            <a:prstGeom prst="chevron">
              <a:avLst>
                <a:gd fmla="val 50000" name="adj"/>
              </a:avLst>
            </a:prstGeom>
            <a:solidFill>
              <a:srgbClr val="595959"/>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p2"/>
            <p:cNvSpPr/>
            <p:nvPr/>
          </p:nvSpPr>
          <p:spPr>
            <a:xfrm>
              <a:off x="3595513" y="3220450"/>
              <a:ext cx="1946700" cy="364200"/>
            </a:xfrm>
            <a:prstGeom prst="rect">
              <a:avLst/>
            </a:prstGeom>
            <a:solidFill>
              <a:srgbClr val="B7B7B7"/>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2"/>
            <p:cNvSpPr/>
            <p:nvPr/>
          </p:nvSpPr>
          <p:spPr>
            <a:xfrm rot="10800000">
              <a:off x="5393639" y="3221150"/>
              <a:ext cx="473400" cy="363600"/>
            </a:xfrm>
            <a:prstGeom prst="chevron">
              <a:avLst>
                <a:gd fmla="val 50000" name="adj"/>
              </a:avLst>
            </a:prstGeom>
            <a:solidFill>
              <a:srgbClr val="B7B7B7"/>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3" name="Google Shape;33;p2"/>
          <p:cNvGrpSpPr/>
          <p:nvPr/>
        </p:nvGrpSpPr>
        <p:grpSpPr>
          <a:xfrm>
            <a:off x="417963" y="6597750"/>
            <a:ext cx="2357775" cy="410125"/>
            <a:chOff x="-39237" y="6140550"/>
            <a:chExt cx="2357775" cy="410125"/>
          </a:xfrm>
        </p:grpSpPr>
        <p:sp>
          <p:nvSpPr>
            <p:cNvPr id="34" name="Google Shape;34;p2"/>
            <p:cNvSpPr/>
            <p:nvPr/>
          </p:nvSpPr>
          <p:spPr>
            <a:xfrm>
              <a:off x="-39237" y="6140550"/>
              <a:ext cx="2020800" cy="410100"/>
            </a:xfrm>
            <a:prstGeom prst="rect">
              <a:avLst/>
            </a:prstGeom>
            <a:solidFill>
              <a:srgbClr val="595959"/>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2"/>
            <p:cNvSpPr/>
            <p:nvPr/>
          </p:nvSpPr>
          <p:spPr>
            <a:xfrm rot="10800000">
              <a:off x="1779138" y="6141175"/>
              <a:ext cx="539400" cy="409500"/>
            </a:xfrm>
            <a:prstGeom prst="chevron">
              <a:avLst>
                <a:gd fmla="val 50000" name="adj"/>
              </a:avLst>
            </a:prstGeom>
            <a:solidFill>
              <a:srgbClr val="595959"/>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2"/>
            <p:cNvSpPr/>
            <p:nvPr/>
          </p:nvSpPr>
          <p:spPr>
            <a:xfrm>
              <a:off x="-11037" y="6160600"/>
              <a:ext cx="1946700" cy="364200"/>
            </a:xfrm>
            <a:prstGeom prst="rect">
              <a:avLst/>
            </a:prstGeom>
            <a:solidFill>
              <a:srgbClr val="B7B7B7"/>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2"/>
            <p:cNvSpPr/>
            <p:nvPr/>
          </p:nvSpPr>
          <p:spPr>
            <a:xfrm rot="10800000">
              <a:off x="1740888" y="6161300"/>
              <a:ext cx="519600" cy="363600"/>
            </a:xfrm>
            <a:prstGeom prst="chevron">
              <a:avLst>
                <a:gd fmla="val 50000" name="adj"/>
              </a:avLst>
            </a:prstGeom>
            <a:solidFill>
              <a:srgbClr val="B7B7B7"/>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8" name="Google Shape;38;p2"/>
          <p:cNvSpPr txBox="1"/>
          <p:nvPr/>
        </p:nvSpPr>
        <p:spPr>
          <a:xfrm>
            <a:off x="402100" y="1527525"/>
            <a:ext cx="1947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OVERVIEW</a:t>
            </a:r>
            <a:endParaRPr b="1" i="0" sz="1400" u="none" cap="none" strike="noStrike">
              <a:solidFill>
                <a:srgbClr val="000000"/>
              </a:solidFill>
              <a:latin typeface="Arial"/>
              <a:ea typeface="Arial"/>
              <a:cs typeface="Arial"/>
              <a:sym typeface="Arial"/>
            </a:endParaRPr>
          </a:p>
        </p:txBody>
      </p:sp>
      <p:sp>
        <p:nvSpPr>
          <p:cNvPr id="39" name="Google Shape;39;p2"/>
          <p:cNvSpPr txBox="1"/>
          <p:nvPr/>
        </p:nvSpPr>
        <p:spPr>
          <a:xfrm>
            <a:off x="476200" y="3276599"/>
            <a:ext cx="1799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PROJECT STATUS </a:t>
            </a:r>
            <a:endParaRPr b="1" i="0" sz="1400" u="none" cap="none" strike="noStrike">
              <a:solidFill>
                <a:srgbClr val="000000"/>
              </a:solidFill>
              <a:latin typeface="Arial"/>
              <a:ea typeface="Arial"/>
              <a:cs typeface="Arial"/>
              <a:sym typeface="Arial"/>
            </a:endParaRPr>
          </a:p>
        </p:txBody>
      </p:sp>
      <p:sp>
        <p:nvSpPr>
          <p:cNvPr id="40" name="Google Shape;40;p2"/>
          <p:cNvSpPr txBox="1"/>
          <p:nvPr/>
        </p:nvSpPr>
        <p:spPr>
          <a:xfrm>
            <a:off x="623225" y="6602713"/>
            <a:ext cx="1947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NEXT STEPS </a:t>
            </a:r>
            <a:endParaRPr b="1" i="0" sz="1400" u="none" cap="none" strike="noStrike">
              <a:solidFill>
                <a:srgbClr val="000000"/>
              </a:solidFill>
              <a:latin typeface="Arial"/>
              <a:ea typeface="Arial"/>
              <a:cs typeface="Arial"/>
              <a:sym typeface="Arial"/>
            </a:endParaRPr>
          </a:p>
        </p:txBody>
      </p:sp>
      <p:sp>
        <p:nvSpPr>
          <p:cNvPr id="41" name="Google Shape;41;p2"/>
          <p:cNvSpPr txBox="1"/>
          <p:nvPr/>
        </p:nvSpPr>
        <p:spPr>
          <a:xfrm>
            <a:off x="3848750" y="3276600"/>
            <a:ext cx="1673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KEY INSIGHTS </a:t>
            </a:r>
            <a:endParaRPr b="1" i="0" sz="1400" u="none" cap="none" strike="noStrike">
              <a:solidFill>
                <a:srgbClr val="000000"/>
              </a:solidFill>
              <a:latin typeface="Arial"/>
              <a:ea typeface="Arial"/>
              <a:cs typeface="Arial"/>
              <a:sym typeface="Arial"/>
            </a:endParaRPr>
          </a:p>
        </p:txBody>
      </p:sp>
      <p:sp>
        <p:nvSpPr>
          <p:cNvPr id="42" name="Google Shape;42;p2"/>
          <p:cNvSpPr txBox="1"/>
          <p:nvPr/>
        </p:nvSpPr>
        <p:spPr>
          <a:xfrm>
            <a:off x="3905525" y="4039263"/>
            <a:ext cx="3219000" cy="2604300"/>
          </a:xfrm>
          <a:prstGeom prst="rect">
            <a:avLst/>
          </a:prstGeom>
          <a:noFill/>
          <a:ln>
            <a:noFill/>
          </a:ln>
        </p:spPr>
        <p:txBody>
          <a:bodyPr anchorCtr="0" anchor="t" bIns="91425" lIns="57150" spcFirstLastPara="1" rIns="91425" wrap="square" tIns="91425">
            <a:normAutofit/>
          </a:bodyPr>
          <a:lstStyle/>
          <a:p>
            <a:pPr indent="0" lvl="0" marL="0" marR="0" rtl="0" algn="l">
              <a:lnSpc>
                <a:spcPct val="115000"/>
              </a:lnSpc>
              <a:spcBef>
                <a:spcPts val="0"/>
              </a:spcBef>
              <a:spcAft>
                <a:spcPts val="1200"/>
              </a:spcAft>
              <a:buClr>
                <a:srgbClr val="000000"/>
              </a:buClr>
              <a:buSzPts val="1200"/>
              <a:buFont typeface="Arial"/>
              <a:buNone/>
            </a:pPr>
            <a:r>
              <a:t/>
            </a:r>
            <a:endParaRPr b="0" i="0" sz="1200" u="none" cap="none" strike="noStrike">
              <a:solidFill>
                <a:srgbClr val="595959"/>
              </a:solidFill>
              <a:latin typeface="Arial"/>
              <a:ea typeface="Arial"/>
              <a:cs typeface="Arial"/>
              <a:sym typeface="Arial"/>
            </a:endParaRPr>
          </a:p>
        </p:txBody>
      </p:sp>
      <p:sp>
        <p:nvSpPr>
          <p:cNvPr id="43" name="Google Shape;43;p2"/>
          <p:cNvSpPr txBox="1"/>
          <p:nvPr/>
        </p:nvSpPr>
        <p:spPr>
          <a:xfrm>
            <a:off x="4183575" y="9228125"/>
            <a:ext cx="3086700" cy="285000"/>
          </a:xfrm>
          <a:prstGeom prst="rect">
            <a:avLst/>
          </a:prstGeom>
          <a:noFill/>
          <a:ln>
            <a:noFill/>
          </a:ln>
        </p:spPr>
        <p:txBody>
          <a:bodyPr anchorCtr="0" anchor="t" bIns="91425" lIns="91425" spcFirstLastPara="1" rIns="91425" wrap="square" tIns="91425">
            <a:normAutofit fontScale="25000" lnSpcReduction="20000"/>
          </a:bodyPr>
          <a:lstStyle/>
          <a:p>
            <a:pPr indent="0" lvl="0" marL="0" marR="0" rtl="0" algn="l">
              <a:lnSpc>
                <a:spcPct val="115000"/>
              </a:lnSpc>
              <a:spcBef>
                <a:spcPts val="0"/>
              </a:spcBef>
              <a:spcAft>
                <a:spcPts val="1200"/>
              </a:spcAft>
              <a:buClr>
                <a:srgbClr val="000000"/>
              </a:buClr>
              <a:buSzPct val="100000"/>
              <a:buFont typeface="Arial"/>
              <a:buNone/>
            </a:pPr>
            <a:r>
              <a:t/>
            </a:r>
            <a:endParaRPr b="0" i="1" sz="1100" u="none" cap="none" strike="noStrike">
              <a:solidFill>
                <a:srgbClr val="595959"/>
              </a:solidFill>
              <a:latin typeface="Arial"/>
              <a:ea typeface="Arial"/>
              <a:cs typeface="Arial"/>
              <a:sym typeface="Arial"/>
            </a:endParaRPr>
          </a:p>
        </p:txBody>
      </p:sp>
      <p:sp>
        <p:nvSpPr>
          <p:cNvPr id="44" name="Google Shape;44;p2"/>
          <p:cNvSpPr/>
          <p:nvPr>
            <p:ph idx="2" type="pic"/>
          </p:nvPr>
        </p:nvSpPr>
        <p:spPr>
          <a:xfrm>
            <a:off x="4076163" y="6199700"/>
            <a:ext cx="3035400" cy="2495700"/>
          </a:xfrm>
          <a:prstGeom prst="rect">
            <a:avLst/>
          </a:prstGeom>
          <a:noFill/>
          <a:ln cap="flat" cmpd="sng" w="19050">
            <a:solidFill>
              <a:srgbClr val="000000"/>
            </a:solidFill>
            <a:prstDash val="solid"/>
            <a:round/>
            <a:headEnd len="sm" w="sm" type="none"/>
            <a:tailEnd len="sm" w="sm" type="none"/>
          </a:ln>
        </p:spPr>
      </p:sp>
    </p:spTree>
  </p:cSld>
  <p:clrMapOvr>
    <a:masterClrMapping/>
  </p:clrMapOvr>
  <p:extLst>
    <p:ext uri="{DCECCB84-F9BA-43D5-87BE-67443E8EF086}">
      <p15:sldGuideLst>
        <p15:guide id="1" pos="255">
          <p15:clr>
            <a:srgbClr val="FA7B17"/>
          </p15:clr>
        </p15:guide>
        <p15:guide id="2" orient="horz" pos="2922">
          <p15:clr>
            <a:srgbClr val="FA7B17"/>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1" type="title">
  <p:cSld name="TITLE">
    <p:spTree>
      <p:nvGrpSpPr>
        <p:cNvPr id="50" name="Shape 50"/>
        <p:cNvGrpSpPr/>
        <p:nvPr/>
      </p:nvGrpSpPr>
      <p:grpSpPr>
        <a:xfrm>
          <a:off x="0" y="0"/>
          <a:ext cx="0" cy="0"/>
          <a:chOff x="0" y="0"/>
          <a:chExt cx="0" cy="0"/>
        </a:xfrm>
      </p:grpSpPr>
      <p:grpSp>
        <p:nvGrpSpPr>
          <p:cNvPr id="51" name="Google Shape;51;p4"/>
          <p:cNvGrpSpPr/>
          <p:nvPr/>
        </p:nvGrpSpPr>
        <p:grpSpPr>
          <a:xfrm>
            <a:off x="172055" y="1468890"/>
            <a:ext cx="7434543" cy="62982"/>
            <a:chOff x="1890075" y="5241175"/>
            <a:chExt cx="4240556" cy="257700"/>
          </a:xfrm>
        </p:grpSpPr>
        <p:sp>
          <p:nvSpPr>
            <p:cNvPr id="52" name="Google Shape;52;p4"/>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53" name="Google Shape;53;p4"/>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54" name="Google Shape;54;p4"/>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55" name="Google Shape;55;p4"/>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sp>
        <p:nvSpPr>
          <p:cNvPr id="56" name="Google Shape;56;p4"/>
          <p:cNvSpPr/>
          <p:nvPr/>
        </p:nvSpPr>
        <p:spPr>
          <a:xfrm>
            <a:off x="172050" y="2765600"/>
            <a:ext cx="3076800" cy="7293000"/>
          </a:xfrm>
          <a:prstGeom prst="roundRect">
            <a:avLst>
              <a:gd fmla="val 0" name="adj"/>
            </a:avLst>
          </a:prstGeom>
          <a:solidFill>
            <a:srgbClr val="CCCC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nvGrpSpPr>
          <p:cNvPr id="57" name="Google Shape;57;p4"/>
          <p:cNvGrpSpPr/>
          <p:nvPr/>
        </p:nvGrpSpPr>
        <p:grpSpPr>
          <a:xfrm>
            <a:off x="168930" y="2702615"/>
            <a:ext cx="7434543" cy="62982"/>
            <a:chOff x="1890075" y="5241175"/>
            <a:chExt cx="4240556" cy="257700"/>
          </a:xfrm>
        </p:grpSpPr>
        <p:sp>
          <p:nvSpPr>
            <p:cNvPr id="58" name="Google Shape;58;p4"/>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59" name="Google Shape;59;p4"/>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60" name="Google Shape;60;p4"/>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61" name="Google Shape;61;p4"/>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cxnSp>
        <p:nvCxnSpPr>
          <p:cNvPr id="62" name="Google Shape;62;p4"/>
          <p:cNvCxnSpPr>
            <a:stCxn id="52" idx="0"/>
          </p:cNvCxnSpPr>
          <p:nvPr/>
        </p:nvCxnSpPr>
        <p:spPr>
          <a:xfrm>
            <a:off x="172055" y="1500381"/>
            <a:ext cx="0" cy="8590500"/>
          </a:xfrm>
          <a:prstGeom prst="straightConnector1">
            <a:avLst/>
          </a:prstGeom>
          <a:noFill/>
          <a:ln cap="flat" cmpd="sng" w="9525">
            <a:solidFill>
              <a:srgbClr val="CCCCCC"/>
            </a:solidFill>
            <a:prstDash val="solid"/>
            <a:round/>
            <a:headEnd len="sm" w="sm" type="none"/>
            <a:tailEnd len="sm" w="sm" type="none"/>
          </a:ln>
        </p:spPr>
      </p:cxnSp>
      <p:cxnSp>
        <p:nvCxnSpPr>
          <p:cNvPr id="63" name="Google Shape;63;p4"/>
          <p:cNvCxnSpPr/>
          <p:nvPr/>
        </p:nvCxnSpPr>
        <p:spPr>
          <a:xfrm>
            <a:off x="7603480" y="1500381"/>
            <a:ext cx="0" cy="8590500"/>
          </a:xfrm>
          <a:prstGeom prst="straightConnector1">
            <a:avLst/>
          </a:prstGeom>
          <a:noFill/>
          <a:ln cap="flat" cmpd="sng" w="9525">
            <a:solidFill>
              <a:srgbClr val="CCCCCC"/>
            </a:solidFill>
            <a:prstDash val="solid"/>
            <a:round/>
            <a:headEnd len="sm" w="sm" type="none"/>
            <a:tailEnd len="sm" w="sm" type="none"/>
          </a:ln>
        </p:spPr>
      </p:cxnSp>
      <p:grpSp>
        <p:nvGrpSpPr>
          <p:cNvPr id="64" name="Google Shape;64;p4"/>
          <p:cNvGrpSpPr/>
          <p:nvPr/>
        </p:nvGrpSpPr>
        <p:grpSpPr>
          <a:xfrm>
            <a:off x="0" y="3413775"/>
            <a:ext cx="3530025" cy="746350"/>
            <a:chOff x="0" y="3156075"/>
            <a:chExt cx="3530025" cy="746350"/>
          </a:xfrm>
        </p:grpSpPr>
        <p:sp>
          <p:nvSpPr>
            <p:cNvPr id="65" name="Google Shape;65;p4"/>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66" name="Google Shape;66;p4"/>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grpSp>
        <p:nvGrpSpPr>
          <p:cNvPr id="67" name="Google Shape;67;p4"/>
          <p:cNvGrpSpPr/>
          <p:nvPr/>
        </p:nvGrpSpPr>
        <p:grpSpPr>
          <a:xfrm>
            <a:off x="3248850" y="2867100"/>
            <a:ext cx="4936034" cy="746350"/>
            <a:chOff x="0" y="3156075"/>
            <a:chExt cx="3530025" cy="746350"/>
          </a:xfrm>
        </p:grpSpPr>
        <p:sp>
          <p:nvSpPr>
            <p:cNvPr id="68" name="Google Shape;68;p4"/>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69" name="Google Shape;69;p4"/>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grpSp>
        <p:nvGrpSpPr>
          <p:cNvPr id="70" name="Google Shape;70;p4"/>
          <p:cNvGrpSpPr/>
          <p:nvPr/>
        </p:nvGrpSpPr>
        <p:grpSpPr>
          <a:xfrm>
            <a:off x="3248850" y="7166275"/>
            <a:ext cx="4936034" cy="746350"/>
            <a:chOff x="0" y="3156075"/>
            <a:chExt cx="3530025" cy="746350"/>
          </a:xfrm>
        </p:grpSpPr>
        <p:sp>
          <p:nvSpPr>
            <p:cNvPr id="71" name="Google Shape;71;p4"/>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72" name="Google Shape;72;p4"/>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sp>
        <p:nvSpPr>
          <p:cNvPr id="73" name="Google Shape;73;p4"/>
          <p:cNvSpPr txBox="1"/>
          <p:nvPr/>
        </p:nvSpPr>
        <p:spPr>
          <a:xfrm>
            <a:off x="188700" y="3410750"/>
            <a:ext cx="3074400" cy="463200"/>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normAutofit lnSpcReduction="10000"/>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chemeClr val="lt2"/>
                </a:solidFill>
                <a:latin typeface="Arial"/>
                <a:ea typeface="Arial"/>
                <a:cs typeface="Arial"/>
                <a:sym typeface="Arial"/>
              </a:rPr>
              <a:t>Key Insights </a:t>
            </a:r>
            <a:endParaRPr b="0" i="0" sz="1900" u="none" cap="none" strike="noStrike">
              <a:solidFill>
                <a:schemeClr val="lt2"/>
              </a:solidFill>
              <a:latin typeface="Arial"/>
              <a:ea typeface="Arial"/>
              <a:cs typeface="Arial"/>
              <a:sym typeface="Arial"/>
            </a:endParaRPr>
          </a:p>
        </p:txBody>
      </p:sp>
      <p:sp>
        <p:nvSpPr>
          <p:cNvPr id="74" name="Google Shape;74;p4"/>
          <p:cNvSpPr txBox="1"/>
          <p:nvPr/>
        </p:nvSpPr>
        <p:spPr>
          <a:xfrm>
            <a:off x="3263100" y="2852500"/>
            <a:ext cx="4334100" cy="450000"/>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normAutofit lnSpcReduction="10000"/>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chemeClr val="lt2"/>
                </a:solidFill>
                <a:latin typeface="Arial"/>
                <a:ea typeface="Arial"/>
                <a:cs typeface="Arial"/>
                <a:sym typeface="Arial"/>
              </a:rPr>
              <a:t>Details </a:t>
            </a:r>
            <a:endParaRPr b="0" i="0" sz="1900" u="none" cap="none" strike="noStrike">
              <a:solidFill>
                <a:schemeClr val="lt2"/>
              </a:solidFill>
              <a:latin typeface="Arial"/>
              <a:ea typeface="Arial"/>
              <a:cs typeface="Arial"/>
              <a:sym typeface="Arial"/>
            </a:endParaRPr>
          </a:p>
        </p:txBody>
      </p:sp>
      <p:sp>
        <p:nvSpPr>
          <p:cNvPr id="75" name="Google Shape;75;p4"/>
          <p:cNvSpPr txBox="1"/>
          <p:nvPr/>
        </p:nvSpPr>
        <p:spPr>
          <a:xfrm>
            <a:off x="3263100" y="7164075"/>
            <a:ext cx="4334100" cy="450000"/>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normAutofit lnSpcReduction="10000"/>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chemeClr val="lt2"/>
                </a:solidFill>
                <a:latin typeface="Arial"/>
                <a:ea typeface="Arial"/>
                <a:cs typeface="Arial"/>
                <a:sym typeface="Arial"/>
              </a:rPr>
              <a:t>Next Steps </a:t>
            </a:r>
            <a:endParaRPr b="0" i="0" sz="1900" u="none" cap="none" strike="noStrike">
              <a:solidFill>
                <a:schemeClr val="lt2"/>
              </a:solidFill>
              <a:latin typeface="Arial"/>
              <a:ea typeface="Arial"/>
              <a:cs typeface="Arial"/>
              <a:sym typeface="Arial"/>
            </a:endParaRPr>
          </a:p>
        </p:txBody>
      </p:sp>
      <p:grpSp>
        <p:nvGrpSpPr>
          <p:cNvPr id="76" name="Google Shape;76;p4"/>
          <p:cNvGrpSpPr/>
          <p:nvPr/>
        </p:nvGrpSpPr>
        <p:grpSpPr>
          <a:xfrm>
            <a:off x="172055" y="1468890"/>
            <a:ext cx="7434543" cy="62982"/>
            <a:chOff x="1890075" y="5241175"/>
            <a:chExt cx="4240556" cy="257700"/>
          </a:xfrm>
        </p:grpSpPr>
        <p:sp>
          <p:nvSpPr>
            <p:cNvPr id="77" name="Google Shape;77;p4"/>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78" name="Google Shape;78;p4"/>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79" name="Google Shape;79;p4"/>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80" name="Google Shape;80;p4"/>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sp>
        <p:nvSpPr>
          <p:cNvPr id="81" name="Google Shape;81;p4"/>
          <p:cNvSpPr/>
          <p:nvPr/>
        </p:nvSpPr>
        <p:spPr>
          <a:xfrm>
            <a:off x="172050" y="2765600"/>
            <a:ext cx="3076800" cy="7293000"/>
          </a:xfrm>
          <a:prstGeom prst="roundRect">
            <a:avLst>
              <a:gd fmla="val 0" name="adj"/>
            </a:avLst>
          </a:prstGeom>
          <a:solidFill>
            <a:srgbClr val="CCCC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nvGrpSpPr>
          <p:cNvPr id="82" name="Google Shape;82;p4"/>
          <p:cNvGrpSpPr/>
          <p:nvPr/>
        </p:nvGrpSpPr>
        <p:grpSpPr>
          <a:xfrm>
            <a:off x="168930" y="2702615"/>
            <a:ext cx="7434543" cy="62982"/>
            <a:chOff x="1890075" y="5241175"/>
            <a:chExt cx="4240556" cy="257700"/>
          </a:xfrm>
        </p:grpSpPr>
        <p:sp>
          <p:nvSpPr>
            <p:cNvPr id="83" name="Google Shape;83;p4"/>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84" name="Google Shape;84;p4"/>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85" name="Google Shape;85;p4"/>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86" name="Google Shape;86;p4"/>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cxnSp>
        <p:nvCxnSpPr>
          <p:cNvPr id="87" name="Google Shape;87;p4"/>
          <p:cNvCxnSpPr>
            <a:stCxn id="77" idx="0"/>
          </p:cNvCxnSpPr>
          <p:nvPr/>
        </p:nvCxnSpPr>
        <p:spPr>
          <a:xfrm>
            <a:off x="172055" y="1500381"/>
            <a:ext cx="0" cy="8590500"/>
          </a:xfrm>
          <a:prstGeom prst="straightConnector1">
            <a:avLst/>
          </a:prstGeom>
          <a:noFill/>
          <a:ln cap="flat" cmpd="sng" w="9525">
            <a:solidFill>
              <a:srgbClr val="CCCCCC"/>
            </a:solidFill>
            <a:prstDash val="solid"/>
            <a:round/>
            <a:headEnd len="sm" w="sm" type="none"/>
            <a:tailEnd len="sm" w="sm" type="none"/>
          </a:ln>
        </p:spPr>
      </p:cxnSp>
      <p:cxnSp>
        <p:nvCxnSpPr>
          <p:cNvPr id="88" name="Google Shape;88;p4"/>
          <p:cNvCxnSpPr/>
          <p:nvPr/>
        </p:nvCxnSpPr>
        <p:spPr>
          <a:xfrm>
            <a:off x="7603480" y="1500381"/>
            <a:ext cx="0" cy="8590500"/>
          </a:xfrm>
          <a:prstGeom prst="straightConnector1">
            <a:avLst/>
          </a:prstGeom>
          <a:noFill/>
          <a:ln cap="flat" cmpd="sng" w="9525">
            <a:solidFill>
              <a:srgbClr val="CCCCCC"/>
            </a:solidFill>
            <a:prstDash val="solid"/>
            <a:round/>
            <a:headEnd len="sm" w="sm" type="none"/>
            <a:tailEnd len="sm" w="sm" type="none"/>
          </a:ln>
        </p:spPr>
      </p:cxnSp>
      <p:grpSp>
        <p:nvGrpSpPr>
          <p:cNvPr id="89" name="Google Shape;89;p4"/>
          <p:cNvGrpSpPr/>
          <p:nvPr/>
        </p:nvGrpSpPr>
        <p:grpSpPr>
          <a:xfrm>
            <a:off x="0" y="3413775"/>
            <a:ext cx="3530025" cy="746350"/>
            <a:chOff x="0" y="3156075"/>
            <a:chExt cx="3530025" cy="746350"/>
          </a:xfrm>
        </p:grpSpPr>
        <p:sp>
          <p:nvSpPr>
            <p:cNvPr id="90" name="Google Shape;90;p4"/>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91" name="Google Shape;91;p4"/>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grpSp>
        <p:nvGrpSpPr>
          <p:cNvPr id="92" name="Google Shape;92;p4"/>
          <p:cNvGrpSpPr/>
          <p:nvPr/>
        </p:nvGrpSpPr>
        <p:grpSpPr>
          <a:xfrm>
            <a:off x="3248850" y="2867100"/>
            <a:ext cx="4936034" cy="746350"/>
            <a:chOff x="0" y="3156075"/>
            <a:chExt cx="3530025" cy="746350"/>
          </a:xfrm>
        </p:grpSpPr>
        <p:sp>
          <p:nvSpPr>
            <p:cNvPr id="93" name="Google Shape;93;p4"/>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94" name="Google Shape;94;p4"/>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grpSp>
        <p:nvGrpSpPr>
          <p:cNvPr id="95" name="Google Shape;95;p4"/>
          <p:cNvGrpSpPr/>
          <p:nvPr/>
        </p:nvGrpSpPr>
        <p:grpSpPr>
          <a:xfrm>
            <a:off x="3248850" y="7166275"/>
            <a:ext cx="4936034" cy="746350"/>
            <a:chOff x="0" y="3156075"/>
            <a:chExt cx="3530025" cy="746350"/>
          </a:xfrm>
        </p:grpSpPr>
        <p:sp>
          <p:nvSpPr>
            <p:cNvPr id="96" name="Google Shape;96;p4"/>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97" name="Google Shape;97;p4"/>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sp>
        <p:nvSpPr>
          <p:cNvPr id="98" name="Google Shape;98;p4"/>
          <p:cNvSpPr txBox="1"/>
          <p:nvPr/>
        </p:nvSpPr>
        <p:spPr>
          <a:xfrm>
            <a:off x="188700" y="3410750"/>
            <a:ext cx="3074400" cy="463200"/>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normAutofit lnSpcReduction="10000"/>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rgbClr val="EEEEEE"/>
                </a:solidFill>
                <a:latin typeface="Arial"/>
                <a:ea typeface="Arial"/>
                <a:cs typeface="Arial"/>
                <a:sym typeface="Arial"/>
              </a:rPr>
              <a:t>Key Insights </a:t>
            </a:r>
            <a:endParaRPr b="0" i="0" sz="1900" u="none" cap="none" strike="noStrike">
              <a:solidFill>
                <a:srgbClr val="EEEEEE"/>
              </a:solidFill>
              <a:latin typeface="Arial"/>
              <a:ea typeface="Arial"/>
              <a:cs typeface="Arial"/>
              <a:sym typeface="Arial"/>
            </a:endParaRPr>
          </a:p>
        </p:txBody>
      </p:sp>
      <p:sp>
        <p:nvSpPr>
          <p:cNvPr id="99" name="Google Shape;99;p4"/>
          <p:cNvSpPr txBox="1"/>
          <p:nvPr/>
        </p:nvSpPr>
        <p:spPr>
          <a:xfrm>
            <a:off x="3263100" y="2852500"/>
            <a:ext cx="4334100" cy="450000"/>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normAutofit lnSpcReduction="10000"/>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rgbClr val="EEEEEE"/>
                </a:solidFill>
                <a:latin typeface="Arial"/>
                <a:ea typeface="Arial"/>
                <a:cs typeface="Arial"/>
                <a:sym typeface="Arial"/>
              </a:rPr>
              <a:t>Details </a:t>
            </a:r>
            <a:endParaRPr b="0" i="0" sz="1900" u="none" cap="none" strike="noStrike">
              <a:solidFill>
                <a:srgbClr val="EEEEEE"/>
              </a:solidFill>
              <a:latin typeface="Arial"/>
              <a:ea typeface="Arial"/>
              <a:cs typeface="Arial"/>
              <a:sym typeface="Arial"/>
            </a:endParaRPr>
          </a:p>
        </p:txBody>
      </p:sp>
      <p:sp>
        <p:nvSpPr>
          <p:cNvPr id="100" name="Google Shape;100;p4"/>
          <p:cNvSpPr txBox="1"/>
          <p:nvPr/>
        </p:nvSpPr>
        <p:spPr>
          <a:xfrm>
            <a:off x="3263100" y="7164075"/>
            <a:ext cx="4334100" cy="450000"/>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normAutofit lnSpcReduction="10000"/>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rgbClr val="EEEEEE"/>
                </a:solidFill>
                <a:latin typeface="Arial"/>
                <a:ea typeface="Arial"/>
                <a:cs typeface="Arial"/>
                <a:sym typeface="Arial"/>
              </a:rPr>
              <a:t>Next Steps </a:t>
            </a:r>
            <a:endParaRPr b="0" i="0" sz="1900" u="none" cap="none" strike="noStrike">
              <a:solidFill>
                <a:srgbClr val="EEEEEE"/>
              </a:solidFill>
              <a:latin typeface="Arial"/>
              <a:ea typeface="Arial"/>
              <a:cs typeface="Arial"/>
              <a:sym typeface="Arial"/>
            </a:endParaRPr>
          </a:p>
        </p:txBody>
      </p:sp>
      <p:sp>
        <p:nvSpPr>
          <p:cNvPr id="101" name="Google Shape;101;p4"/>
          <p:cNvSpPr txBox="1"/>
          <p:nvPr/>
        </p:nvSpPr>
        <p:spPr>
          <a:xfrm>
            <a:off x="159875" y="441000"/>
            <a:ext cx="7458900" cy="507900"/>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100"/>
              <a:buFont typeface="Arial"/>
              <a:buNone/>
            </a:pPr>
            <a:r>
              <a:rPr b="1" i="0" lang="en" sz="2100" u="none" cap="none" strike="noStrike">
                <a:solidFill>
                  <a:srgbClr val="000000"/>
                </a:solidFill>
                <a:latin typeface="Arial"/>
                <a:ea typeface="Arial"/>
                <a:cs typeface="Arial"/>
                <a:sym typeface="Arial"/>
              </a:rPr>
              <a:t>Click here to edit title</a:t>
            </a:r>
            <a:endParaRPr b="1" i="0" sz="2100" u="none" cap="none" strike="noStrike">
              <a:solidFill>
                <a:srgbClr val="000000"/>
              </a:solidFill>
              <a:latin typeface="Arial"/>
              <a:ea typeface="Arial"/>
              <a:cs typeface="Arial"/>
              <a:sym typeface="Arial"/>
            </a:endParaRPr>
          </a:p>
        </p:txBody>
      </p:sp>
      <p:sp>
        <p:nvSpPr>
          <p:cNvPr id="102" name="Google Shape;102;p4"/>
          <p:cNvSpPr txBox="1"/>
          <p:nvPr/>
        </p:nvSpPr>
        <p:spPr>
          <a:xfrm>
            <a:off x="1763100" y="948050"/>
            <a:ext cx="42462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1200"/>
              </a:spcAft>
              <a:buClr>
                <a:srgbClr val="000000"/>
              </a:buClr>
              <a:buSzPts val="1200"/>
              <a:buFont typeface="Arial"/>
              <a:buNone/>
            </a:pPr>
            <a:r>
              <a:rPr b="0" i="0" lang="en" sz="1200" u="none" cap="none" strike="noStrike">
                <a:solidFill>
                  <a:srgbClr val="000000"/>
                </a:solidFill>
                <a:latin typeface="PT Sans Narrow"/>
                <a:ea typeface="PT Sans Narrow"/>
                <a:cs typeface="PT Sans Narrow"/>
                <a:sym typeface="PT Sans Narrow"/>
              </a:rPr>
              <a:t>Click here to edit subtitle</a:t>
            </a:r>
            <a:endParaRPr b="0" i="0" sz="1200" u="none" cap="none" strike="noStrike">
              <a:solidFill>
                <a:srgbClr val="000000"/>
              </a:solidFill>
              <a:latin typeface="PT Sans Narrow"/>
              <a:ea typeface="PT Sans Narrow"/>
              <a:cs typeface="PT Sans Narrow"/>
              <a:sym typeface="PT Sans Narrow"/>
            </a:endParaRPr>
          </a:p>
        </p:txBody>
      </p:sp>
      <p:sp>
        <p:nvSpPr>
          <p:cNvPr id="103" name="Google Shape;103;p4"/>
          <p:cNvSpPr/>
          <p:nvPr>
            <p:ph idx="2" type="pic"/>
          </p:nvPr>
        </p:nvSpPr>
        <p:spPr>
          <a:xfrm>
            <a:off x="4583375" y="3389400"/>
            <a:ext cx="3035400" cy="2495700"/>
          </a:xfrm>
          <a:prstGeom prst="rect">
            <a:avLst/>
          </a:prstGeom>
          <a:noFill/>
          <a:ln cap="flat" cmpd="sng" w="19050">
            <a:solidFill>
              <a:srgbClr val="000000"/>
            </a:solidFill>
            <a:prstDash val="solid"/>
            <a:round/>
            <a:headEnd len="sm" w="sm" type="none"/>
            <a:tailEnd len="sm" w="sm" type="none"/>
          </a:ln>
        </p:spPr>
      </p:sp>
      <p:sp>
        <p:nvSpPr>
          <p:cNvPr id="104" name="Google Shape;104;p4"/>
          <p:cNvSpPr txBox="1"/>
          <p:nvPr/>
        </p:nvSpPr>
        <p:spPr>
          <a:xfrm>
            <a:off x="4541175" y="5895125"/>
            <a:ext cx="3074400" cy="285000"/>
          </a:xfrm>
          <a:prstGeom prst="rect">
            <a:avLst/>
          </a:prstGeom>
          <a:noFill/>
          <a:ln>
            <a:noFill/>
          </a:ln>
        </p:spPr>
        <p:txBody>
          <a:bodyPr anchorCtr="0" anchor="t" bIns="91425" lIns="91425" spcFirstLastPara="1" rIns="91425" wrap="square" tIns="91425">
            <a:normAutofit fontScale="62500" lnSpcReduction="20000"/>
          </a:bodyPr>
          <a:lstStyle/>
          <a:p>
            <a:pPr indent="0" lvl="0" marL="0" marR="0" rtl="0" algn="l">
              <a:lnSpc>
                <a:spcPct val="105000"/>
              </a:lnSpc>
              <a:spcBef>
                <a:spcPts val="0"/>
              </a:spcBef>
              <a:spcAft>
                <a:spcPts val="0"/>
              </a:spcAft>
              <a:buClr>
                <a:srgbClr val="000000"/>
              </a:buClr>
              <a:buSzPct val="100000"/>
              <a:buFont typeface="Arial"/>
              <a:buNone/>
            </a:pPr>
            <a:r>
              <a:rPr b="0" i="1" lang="en" sz="1100" u="none" cap="none" strike="noStrike">
                <a:solidFill>
                  <a:srgbClr val="000000"/>
                </a:solidFill>
                <a:latin typeface="Lato"/>
                <a:ea typeface="Lato"/>
                <a:cs typeface="Lato"/>
                <a:sym typeface="Lato"/>
              </a:rPr>
              <a:t>Image Alt-Text Here</a:t>
            </a:r>
            <a:endParaRPr b="0" i="1" sz="1100" u="none" cap="none" strike="noStrike">
              <a:solidFill>
                <a:srgbClr val="000000"/>
              </a:solidFill>
              <a:latin typeface="Lato"/>
              <a:ea typeface="Lato"/>
              <a:cs typeface="Lato"/>
              <a:sym typeface="Lato"/>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2">
  <p:cSld name="TITLE_1">
    <p:spTree>
      <p:nvGrpSpPr>
        <p:cNvPr id="105" name="Shape 105"/>
        <p:cNvGrpSpPr/>
        <p:nvPr/>
      </p:nvGrpSpPr>
      <p:grpSpPr>
        <a:xfrm>
          <a:off x="0" y="0"/>
          <a:ext cx="0" cy="0"/>
          <a:chOff x="0" y="0"/>
          <a:chExt cx="0" cy="0"/>
        </a:xfrm>
      </p:grpSpPr>
      <p:cxnSp>
        <p:nvCxnSpPr>
          <p:cNvPr id="106" name="Google Shape;106;p5"/>
          <p:cNvCxnSpPr/>
          <p:nvPr/>
        </p:nvCxnSpPr>
        <p:spPr>
          <a:xfrm>
            <a:off x="3049395" y="901911"/>
            <a:ext cx="0" cy="5924400"/>
          </a:xfrm>
          <a:prstGeom prst="straightConnector1">
            <a:avLst/>
          </a:prstGeom>
          <a:noFill/>
          <a:ln cap="flat" cmpd="sng" w="9525">
            <a:solidFill>
              <a:srgbClr val="CCCCCC"/>
            </a:solidFill>
            <a:prstDash val="solid"/>
            <a:round/>
            <a:headEnd len="sm" w="sm" type="none"/>
            <a:tailEnd len="sm" w="sm" type="none"/>
          </a:ln>
        </p:spPr>
      </p:cxnSp>
      <p:cxnSp>
        <p:nvCxnSpPr>
          <p:cNvPr id="107" name="Google Shape;107;p5"/>
          <p:cNvCxnSpPr>
            <a:stCxn id="108" idx="0"/>
          </p:cNvCxnSpPr>
          <p:nvPr/>
        </p:nvCxnSpPr>
        <p:spPr>
          <a:xfrm flipH="1">
            <a:off x="172045" y="903711"/>
            <a:ext cx="18300" cy="9187200"/>
          </a:xfrm>
          <a:prstGeom prst="straightConnector1">
            <a:avLst/>
          </a:prstGeom>
          <a:noFill/>
          <a:ln cap="flat" cmpd="sng" w="9525">
            <a:solidFill>
              <a:srgbClr val="CCCCCC"/>
            </a:solidFill>
            <a:prstDash val="solid"/>
            <a:round/>
            <a:headEnd len="sm" w="sm" type="none"/>
            <a:tailEnd len="sm" w="sm" type="none"/>
          </a:ln>
        </p:spPr>
      </p:cxnSp>
      <p:grpSp>
        <p:nvGrpSpPr>
          <p:cNvPr id="109" name="Google Shape;109;p5"/>
          <p:cNvGrpSpPr/>
          <p:nvPr/>
        </p:nvGrpSpPr>
        <p:grpSpPr>
          <a:xfrm>
            <a:off x="190345" y="900758"/>
            <a:ext cx="7581747" cy="5906"/>
            <a:chOff x="1890075" y="5241175"/>
            <a:chExt cx="4240556" cy="257700"/>
          </a:xfrm>
        </p:grpSpPr>
        <p:sp>
          <p:nvSpPr>
            <p:cNvPr id="108" name="Google Shape;108;p5"/>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110" name="Google Shape;110;p5"/>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111" name="Google Shape;111;p5"/>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112" name="Google Shape;112;p5"/>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grpSp>
        <p:nvGrpSpPr>
          <p:cNvPr id="113" name="Google Shape;113;p5"/>
          <p:cNvGrpSpPr/>
          <p:nvPr/>
        </p:nvGrpSpPr>
        <p:grpSpPr>
          <a:xfrm>
            <a:off x="190320" y="931759"/>
            <a:ext cx="7581691" cy="5901"/>
            <a:chOff x="1890075" y="5241175"/>
            <a:chExt cx="4240556" cy="257700"/>
          </a:xfrm>
        </p:grpSpPr>
        <p:sp>
          <p:nvSpPr>
            <p:cNvPr id="114" name="Google Shape;114;p5"/>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115" name="Google Shape;115;p5"/>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116" name="Google Shape;116;p5"/>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117" name="Google Shape;117;p5"/>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sp>
        <p:nvSpPr>
          <p:cNvPr id="118" name="Google Shape;118;p5"/>
          <p:cNvSpPr/>
          <p:nvPr/>
        </p:nvSpPr>
        <p:spPr>
          <a:xfrm rot="248910">
            <a:off x="7469568" y="-16320"/>
            <a:ext cx="1791494" cy="10540289"/>
          </a:xfrm>
          <a:prstGeom prst="rtTriangle">
            <a:avLst/>
          </a:prstGeom>
          <a:solidFill>
            <a:srgbClr val="B7B7B7"/>
          </a:solidFill>
          <a:ln cap="flat" cmpd="sng" w="9525">
            <a:solidFill>
              <a:srgbClr val="CFB99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FB991"/>
              </a:solidFill>
              <a:latin typeface="Arial"/>
              <a:ea typeface="Arial"/>
              <a:cs typeface="Arial"/>
              <a:sym typeface="Arial"/>
            </a:endParaRPr>
          </a:p>
        </p:txBody>
      </p:sp>
      <p:sp>
        <p:nvSpPr>
          <p:cNvPr id="119" name="Google Shape;119;p5"/>
          <p:cNvSpPr/>
          <p:nvPr>
            <p:ph idx="2" type="pic"/>
          </p:nvPr>
        </p:nvSpPr>
        <p:spPr>
          <a:xfrm>
            <a:off x="3552088" y="1473363"/>
            <a:ext cx="3035400" cy="2495700"/>
          </a:xfrm>
          <a:prstGeom prst="rect">
            <a:avLst/>
          </a:prstGeom>
          <a:noFill/>
          <a:ln cap="flat" cmpd="sng" w="19050">
            <a:solidFill>
              <a:srgbClr val="000000"/>
            </a:solidFill>
            <a:prstDash val="solid"/>
            <a:round/>
            <a:headEnd len="sm" w="sm" type="none"/>
            <a:tailEnd len="sm" w="sm" type="none"/>
          </a:ln>
        </p:spPr>
      </p:sp>
      <p:sp>
        <p:nvSpPr>
          <p:cNvPr id="120" name="Google Shape;120;p5"/>
          <p:cNvSpPr txBox="1"/>
          <p:nvPr/>
        </p:nvSpPr>
        <p:spPr>
          <a:xfrm>
            <a:off x="510050" y="9659903"/>
            <a:ext cx="3081600" cy="285000"/>
          </a:xfrm>
          <a:prstGeom prst="rect">
            <a:avLst/>
          </a:prstGeom>
          <a:noFill/>
          <a:ln>
            <a:noFill/>
          </a:ln>
        </p:spPr>
        <p:txBody>
          <a:bodyPr anchorCtr="0" anchor="t" bIns="91425" lIns="91425" spcFirstLastPara="1" rIns="91425" wrap="square" tIns="91425">
            <a:normAutofit fontScale="62500" lnSpcReduction="20000"/>
          </a:bodyPr>
          <a:lstStyle/>
          <a:p>
            <a:pPr indent="0" lvl="0" marL="0" marR="0" rtl="0" algn="l">
              <a:lnSpc>
                <a:spcPct val="105000"/>
              </a:lnSpc>
              <a:spcBef>
                <a:spcPts val="0"/>
              </a:spcBef>
              <a:spcAft>
                <a:spcPts val="0"/>
              </a:spcAft>
              <a:buClr>
                <a:srgbClr val="000000"/>
              </a:buClr>
              <a:buSzPct val="100000"/>
              <a:buFont typeface="Arial"/>
              <a:buNone/>
            </a:pPr>
            <a:r>
              <a:t/>
            </a:r>
            <a:endParaRPr b="0" i="1" sz="1100" u="none" cap="none" strike="noStrike">
              <a:solidFill>
                <a:srgbClr val="000000"/>
              </a:solidFill>
              <a:latin typeface="Calibri"/>
              <a:ea typeface="Calibri"/>
              <a:cs typeface="Calibri"/>
              <a:sym typeface="Calibri"/>
            </a:endParaRPr>
          </a:p>
        </p:txBody>
      </p:sp>
      <p:sp>
        <p:nvSpPr>
          <p:cNvPr id="121" name="Google Shape;121;p5"/>
          <p:cNvSpPr/>
          <p:nvPr/>
        </p:nvSpPr>
        <p:spPr>
          <a:xfrm>
            <a:off x="190350" y="7617450"/>
            <a:ext cx="7581600" cy="2264100"/>
          </a:xfrm>
          <a:prstGeom prst="rect">
            <a:avLst/>
          </a:prstGeom>
          <a:solidFill>
            <a:srgbClr val="CCCCCC"/>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22" name="Google Shape;122;p5"/>
          <p:cNvCxnSpPr/>
          <p:nvPr/>
        </p:nvCxnSpPr>
        <p:spPr>
          <a:xfrm flipH="1">
            <a:off x="3028995" y="901911"/>
            <a:ext cx="20400" cy="8834400"/>
          </a:xfrm>
          <a:prstGeom prst="straightConnector1">
            <a:avLst/>
          </a:prstGeom>
          <a:noFill/>
          <a:ln cap="flat" cmpd="sng" w="9525">
            <a:solidFill>
              <a:srgbClr val="CCCCCC"/>
            </a:solidFill>
            <a:prstDash val="solid"/>
            <a:round/>
            <a:headEnd len="sm" w="sm" type="none"/>
            <a:tailEnd len="sm" w="sm" type="none"/>
          </a:ln>
        </p:spPr>
      </p:cxnSp>
      <p:cxnSp>
        <p:nvCxnSpPr>
          <p:cNvPr id="123" name="Google Shape;123;p5"/>
          <p:cNvCxnSpPr>
            <a:stCxn id="124" idx="0"/>
          </p:cNvCxnSpPr>
          <p:nvPr/>
        </p:nvCxnSpPr>
        <p:spPr>
          <a:xfrm flipH="1">
            <a:off x="172020" y="903607"/>
            <a:ext cx="18300" cy="9187200"/>
          </a:xfrm>
          <a:prstGeom prst="straightConnector1">
            <a:avLst/>
          </a:prstGeom>
          <a:noFill/>
          <a:ln cap="flat" cmpd="sng" w="9525">
            <a:solidFill>
              <a:srgbClr val="CCCCCC"/>
            </a:solidFill>
            <a:prstDash val="solid"/>
            <a:round/>
            <a:headEnd len="sm" w="sm" type="none"/>
            <a:tailEnd len="sm" w="sm" type="none"/>
          </a:ln>
        </p:spPr>
      </p:cxnSp>
      <p:grpSp>
        <p:nvGrpSpPr>
          <p:cNvPr id="125" name="Google Shape;125;p5"/>
          <p:cNvGrpSpPr/>
          <p:nvPr/>
        </p:nvGrpSpPr>
        <p:grpSpPr>
          <a:xfrm>
            <a:off x="190320" y="900657"/>
            <a:ext cx="7581691" cy="5901"/>
            <a:chOff x="1890075" y="5241175"/>
            <a:chExt cx="4240556" cy="257700"/>
          </a:xfrm>
        </p:grpSpPr>
        <p:sp>
          <p:nvSpPr>
            <p:cNvPr id="124" name="Google Shape;124;p5"/>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126" name="Google Shape;126;p5"/>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127" name="Google Shape;127;p5"/>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128" name="Google Shape;128;p5"/>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grpSp>
        <p:nvGrpSpPr>
          <p:cNvPr id="129" name="Google Shape;129;p5"/>
          <p:cNvGrpSpPr/>
          <p:nvPr/>
        </p:nvGrpSpPr>
        <p:grpSpPr>
          <a:xfrm>
            <a:off x="190320" y="931759"/>
            <a:ext cx="7581691" cy="5901"/>
            <a:chOff x="1890075" y="5241175"/>
            <a:chExt cx="4240556" cy="257700"/>
          </a:xfrm>
        </p:grpSpPr>
        <p:sp>
          <p:nvSpPr>
            <p:cNvPr id="130" name="Google Shape;130;p5"/>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131" name="Google Shape;131;p5"/>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132" name="Google Shape;132;p5"/>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133" name="Google Shape;133;p5"/>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sp>
        <p:nvSpPr>
          <p:cNvPr id="134" name="Google Shape;134;p5"/>
          <p:cNvSpPr/>
          <p:nvPr/>
        </p:nvSpPr>
        <p:spPr>
          <a:xfrm rot="248910">
            <a:off x="7469568" y="-16320"/>
            <a:ext cx="1791494" cy="10540289"/>
          </a:xfrm>
          <a:prstGeom prst="rtTriangle">
            <a:avLst/>
          </a:prstGeom>
          <a:solidFill>
            <a:srgbClr val="B7B7B7"/>
          </a:solidFill>
          <a:ln cap="flat" cmpd="sng" w="9525">
            <a:solidFill>
              <a:srgbClr val="CFB99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FB991"/>
              </a:solidFill>
              <a:latin typeface="Arial"/>
              <a:ea typeface="Arial"/>
              <a:cs typeface="Arial"/>
              <a:sym typeface="Arial"/>
            </a:endParaRPr>
          </a:p>
        </p:txBody>
      </p:sp>
      <p:sp>
        <p:nvSpPr>
          <p:cNvPr id="135" name="Google Shape;135;p5"/>
          <p:cNvSpPr txBox="1"/>
          <p:nvPr/>
        </p:nvSpPr>
        <p:spPr>
          <a:xfrm>
            <a:off x="290394" y="934500"/>
            <a:ext cx="22590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000000"/>
                </a:solidFill>
                <a:latin typeface="Work Sans"/>
                <a:ea typeface="Work Sans"/>
                <a:cs typeface="Work Sans"/>
                <a:sym typeface="Work Sans"/>
              </a:rPr>
              <a:t>ISSUE / PROBLEM</a:t>
            </a:r>
            <a:endParaRPr b="0" i="0" sz="1500" u="none" cap="none" strike="noStrike">
              <a:solidFill>
                <a:srgbClr val="000000"/>
              </a:solidFill>
              <a:latin typeface="Work Sans"/>
              <a:ea typeface="Work Sans"/>
              <a:cs typeface="Work Sans"/>
              <a:sym typeface="Work Sans"/>
            </a:endParaRPr>
          </a:p>
        </p:txBody>
      </p:sp>
      <p:grpSp>
        <p:nvGrpSpPr>
          <p:cNvPr id="136" name="Google Shape;136;p5"/>
          <p:cNvGrpSpPr/>
          <p:nvPr/>
        </p:nvGrpSpPr>
        <p:grpSpPr>
          <a:xfrm>
            <a:off x="172024" y="1040825"/>
            <a:ext cx="137818" cy="187200"/>
            <a:chOff x="507100" y="1997600"/>
            <a:chExt cx="158375" cy="187200"/>
          </a:xfrm>
        </p:grpSpPr>
        <p:sp>
          <p:nvSpPr>
            <p:cNvPr id="137" name="Google Shape;137;p5"/>
            <p:cNvSpPr/>
            <p:nvPr/>
          </p:nvSpPr>
          <p:spPr>
            <a:xfrm>
              <a:off x="529575" y="1997600"/>
              <a:ext cx="135900" cy="187200"/>
            </a:xfrm>
            <a:prstGeom prst="chevron">
              <a:avLst>
                <a:gd fmla="val 50000" name="adj"/>
              </a:avLst>
            </a:prstGeom>
            <a:solidFill>
              <a:srgbClr val="00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5"/>
            <p:cNvSpPr/>
            <p:nvPr/>
          </p:nvSpPr>
          <p:spPr>
            <a:xfrm>
              <a:off x="507100" y="2017025"/>
              <a:ext cx="135900" cy="146700"/>
            </a:xfrm>
            <a:prstGeom prst="chevron">
              <a:avLst>
                <a:gd fmla="val 50000" name="adj"/>
              </a:avLst>
            </a:prstGeom>
            <a:solidFill>
              <a:srgbClr val="0000FF"/>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9" name="Google Shape;139;p5"/>
          <p:cNvSpPr txBox="1"/>
          <p:nvPr/>
        </p:nvSpPr>
        <p:spPr>
          <a:xfrm>
            <a:off x="308719" y="2801400"/>
            <a:ext cx="22590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000000"/>
                </a:solidFill>
                <a:latin typeface="Work Sans"/>
                <a:ea typeface="Work Sans"/>
                <a:cs typeface="Work Sans"/>
                <a:sym typeface="Work Sans"/>
              </a:rPr>
              <a:t>RESPONSE </a:t>
            </a:r>
            <a:endParaRPr b="0" i="0" sz="1500" u="none" cap="none" strike="noStrike">
              <a:solidFill>
                <a:srgbClr val="000000"/>
              </a:solidFill>
              <a:latin typeface="Work Sans"/>
              <a:ea typeface="Work Sans"/>
              <a:cs typeface="Work Sans"/>
              <a:sym typeface="Work Sans"/>
            </a:endParaRPr>
          </a:p>
        </p:txBody>
      </p:sp>
      <p:grpSp>
        <p:nvGrpSpPr>
          <p:cNvPr id="140" name="Google Shape;140;p5"/>
          <p:cNvGrpSpPr/>
          <p:nvPr/>
        </p:nvGrpSpPr>
        <p:grpSpPr>
          <a:xfrm>
            <a:off x="190349" y="2907725"/>
            <a:ext cx="137818" cy="187200"/>
            <a:chOff x="507100" y="1540400"/>
            <a:chExt cx="158375" cy="187200"/>
          </a:xfrm>
        </p:grpSpPr>
        <p:sp>
          <p:nvSpPr>
            <p:cNvPr id="141" name="Google Shape;141;p5"/>
            <p:cNvSpPr/>
            <p:nvPr/>
          </p:nvSpPr>
          <p:spPr>
            <a:xfrm>
              <a:off x="529575" y="1540400"/>
              <a:ext cx="135900" cy="187200"/>
            </a:xfrm>
            <a:prstGeom prst="chevron">
              <a:avLst>
                <a:gd fmla="val 50000" name="adj"/>
              </a:avLst>
            </a:prstGeom>
            <a:solidFill>
              <a:srgbClr val="FF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5"/>
            <p:cNvSpPr/>
            <p:nvPr/>
          </p:nvSpPr>
          <p:spPr>
            <a:xfrm>
              <a:off x="507100" y="1559825"/>
              <a:ext cx="135900" cy="146700"/>
            </a:xfrm>
            <a:prstGeom prst="chevron">
              <a:avLst>
                <a:gd fmla="val 50000" name="adj"/>
              </a:avLst>
            </a:prstGeom>
            <a:solidFill>
              <a:srgbClr val="FF0000"/>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3" name="Google Shape;143;p5"/>
          <p:cNvSpPr txBox="1"/>
          <p:nvPr/>
        </p:nvSpPr>
        <p:spPr>
          <a:xfrm>
            <a:off x="290394" y="5399875"/>
            <a:ext cx="22590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000000"/>
                </a:solidFill>
                <a:latin typeface="Work Sans"/>
                <a:ea typeface="Work Sans"/>
                <a:cs typeface="Work Sans"/>
                <a:sym typeface="Work Sans"/>
              </a:rPr>
              <a:t>IMPACT  </a:t>
            </a:r>
            <a:endParaRPr b="0" i="0" sz="1500" u="none" cap="none" strike="noStrike">
              <a:solidFill>
                <a:srgbClr val="000000"/>
              </a:solidFill>
              <a:latin typeface="Work Sans"/>
              <a:ea typeface="Work Sans"/>
              <a:cs typeface="Work Sans"/>
              <a:sym typeface="Work Sans"/>
            </a:endParaRPr>
          </a:p>
        </p:txBody>
      </p:sp>
      <p:grpSp>
        <p:nvGrpSpPr>
          <p:cNvPr id="144" name="Google Shape;144;p5"/>
          <p:cNvGrpSpPr/>
          <p:nvPr/>
        </p:nvGrpSpPr>
        <p:grpSpPr>
          <a:xfrm>
            <a:off x="172024" y="5506200"/>
            <a:ext cx="137818" cy="187200"/>
            <a:chOff x="507100" y="1997600"/>
            <a:chExt cx="158375" cy="187200"/>
          </a:xfrm>
        </p:grpSpPr>
        <p:sp>
          <p:nvSpPr>
            <p:cNvPr id="145" name="Google Shape;145;p5"/>
            <p:cNvSpPr/>
            <p:nvPr/>
          </p:nvSpPr>
          <p:spPr>
            <a:xfrm>
              <a:off x="529575" y="1997600"/>
              <a:ext cx="135900" cy="187200"/>
            </a:xfrm>
            <a:prstGeom prst="chevron">
              <a:avLst>
                <a:gd fmla="val 50000" name="adj"/>
              </a:avLst>
            </a:prstGeom>
            <a:solidFill>
              <a:srgbClr val="FFFF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5"/>
            <p:cNvSpPr/>
            <p:nvPr/>
          </p:nvSpPr>
          <p:spPr>
            <a:xfrm>
              <a:off x="507100" y="2017025"/>
              <a:ext cx="135900" cy="146700"/>
            </a:xfrm>
            <a:prstGeom prst="chevron">
              <a:avLst>
                <a:gd fmla="val 50000" name="adj"/>
              </a:avLst>
            </a:prstGeom>
            <a:solidFill>
              <a:srgbClr val="FFFF00"/>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7" name="Google Shape;147;p5"/>
          <p:cNvSpPr txBox="1"/>
          <p:nvPr/>
        </p:nvSpPr>
        <p:spPr>
          <a:xfrm>
            <a:off x="-2480800" y="9126503"/>
            <a:ext cx="3081600" cy="285000"/>
          </a:xfrm>
          <a:prstGeom prst="rect">
            <a:avLst/>
          </a:prstGeom>
          <a:noFill/>
          <a:ln>
            <a:noFill/>
          </a:ln>
        </p:spPr>
        <p:txBody>
          <a:bodyPr anchorCtr="0" anchor="t" bIns="91425" lIns="91425" spcFirstLastPara="1" rIns="91425" wrap="square" tIns="91425">
            <a:normAutofit fontScale="62500" lnSpcReduction="20000"/>
          </a:bodyPr>
          <a:lstStyle/>
          <a:p>
            <a:pPr indent="0" lvl="0" marL="0" marR="0" rtl="0" algn="l">
              <a:lnSpc>
                <a:spcPct val="105000"/>
              </a:lnSpc>
              <a:spcBef>
                <a:spcPts val="0"/>
              </a:spcBef>
              <a:spcAft>
                <a:spcPts val="0"/>
              </a:spcAft>
              <a:buClr>
                <a:srgbClr val="000000"/>
              </a:buClr>
              <a:buSzPct val="100000"/>
              <a:buFont typeface="Arial"/>
              <a:buNone/>
            </a:pPr>
            <a:r>
              <a:t/>
            </a:r>
            <a:endParaRPr b="0" i="1" sz="1100" u="none" cap="none" strike="noStrike">
              <a:solidFill>
                <a:srgbClr val="000000"/>
              </a:solidFill>
              <a:latin typeface="Calibri"/>
              <a:ea typeface="Calibri"/>
              <a:cs typeface="Calibri"/>
              <a:sym typeface="Calibri"/>
            </a:endParaRPr>
          </a:p>
        </p:txBody>
      </p:sp>
      <p:sp>
        <p:nvSpPr>
          <p:cNvPr id="148" name="Google Shape;148;p5"/>
          <p:cNvSpPr txBox="1"/>
          <p:nvPr/>
        </p:nvSpPr>
        <p:spPr>
          <a:xfrm>
            <a:off x="315596" y="7502355"/>
            <a:ext cx="62733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000000"/>
                </a:solidFill>
                <a:latin typeface="Work Sans"/>
                <a:ea typeface="Work Sans"/>
                <a:cs typeface="Work Sans"/>
                <a:sym typeface="Work Sans"/>
              </a:rPr>
              <a:t>KEY INSIGHTS</a:t>
            </a:r>
            <a:endParaRPr b="0" i="0" sz="1500" u="none" cap="none" strike="noStrike">
              <a:solidFill>
                <a:srgbClr val="000000"/>
              </a:solidFill>
              <a:latin typeface="Work Sans"/>
              <a:ea typeface="Work Sans"/>
              <a:cs typeface="Work Sans"/>
              <a:sym typeface="Work Sans"/>
            </a:endParaRPr>
          </a:p>
        </p:txBody>
      </p:sp>
      <p:grpSp>
        <p:nvGrpSpPr>
          <p:cNvPr id="149" name="Google Shape;149;p5"/>
          <p:cNvGrpSpPr/>
          <p:nvPr/>
        </p:nvGrpSpPr>
        <p:grpSpPr>
          <a:xfrm>
            <a:off x="172024" y="7607808"/>
            <a:ext cx="137818" cy="187200"/>
            <a:chOff x="507100" y="1997600"/>
            <a:chExt cx="158375" cy="187200"/>
          </a:xfrm>
        </p:grpSpPr>
        <p:sp>
          <p:nvSpPr>
            <p:cNvPr id="150" name="Google Shape;150;p5"/>
            <p:cNvSpPr/>
            <p:nvPr/>
          </p:nvSpPr>
          <p:spPr>
            <a:xfrm>
              <a:off x="529575" y="1997600"/>
              <a:ext cx="135900" cy="187200"/>
            </a:xfrm>
            <a:prstGeom prst="chevron">
              <a:avLst>
                <a:gd fmla="val 50000" name="adj"/>
              </a:avLst>
            </a:prstGeom>
            <a:solidFill>
              <a:srgbClr val="38761D"/>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5"/>
            <p:cNvSpPr/>
            <p:nvPr/>
          </p:nvSpPr>
          <p:spPr>
            <a:xfrm>
              <a:off x="507100" y="2017025"/>
              <a:ext cx="135900" cy="146700"/>
            </a:xfrm>
            <a:prstGeom prst="chevron">
              <a:avLst>
                <a:gd fmla="val 50000" name="adj"/>
              </a:avLst>
            </a:prstGeom>
            <a:solidFill>
              <a:srgbClr val="38761D"/>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52" name="Google Shape;152;p5"/>
          <p:cNvSpPr/>
          <p:nvPr>
            <p:ph idx="3" type="pic"/>
          </p:nvPr>
        </p:nvSpPr>
        <p:spPr>
          <a:xfrm>
            <a:off x="4054775" y="4659950"/>
            <a:ext cx="3035400" cy="2495700"/>
          </a:xfrm>
          <a:prstGeom prst="rect">
            <a:avLst/>
          </a:prstGeom>
          <a:noFill/>
          <a:ln cap="flat" cmpd="sng" w="19050">
            <a:solidFill>
              <a:srgbClr val="000000"/>
            </a:solidFill>
            <a:prstDash val="solid"/>
            <a:round/>
            <a:headEnd len="sm" w="sm" type="none"/>
            <a:tailEnd len="sm" w="sm" type="none"/>
          </a:ln>
        </p:spPr>
      </p:sp>
      <p:sp>
        <p:nvSpPr>
          <p:cNvPr id="153" name="Google Shape;153;p5"/>
          <p:cNvSpPr txBox="1"/>
          <p:nvPr/>
        </p:nvSpPr>
        <p:spPr>
          <a:xfrm>
            <a:off x="159875" y="60000"/>
            <a:ext cx="7458900" cy="507900"/>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100"/>
              <a:buFont typeface="Arial"/>
              <a:buNone/>
            </a:pPr>
            <a:r>
              <a:rPr b="1" i="0" lang="en" sz="2100" u="none" cap="none" strike="noStrike">
                <a:solidFill>
                  <a:srgbClr val="000000"/>
                </a:solidFill>
                <a:latin typeface="Arial"/>
                <a:ea typeface="Arial"/>
                <a:cs typeface="Arial"/>
                <a:sym typeface="Arial"/>
              </a:rPr>
              <a:t>Click here to edit title</a:t>
            </a:r>
            <a:endParaRPr b="1" i="0" sz="2100" u="none" cap="none" strike="noStrike">
              <a:solidFill>
                <a:srgbClr val="000000"/>
              </a:solidFill>
              <a:latin typeface="Arial"/>
              <a:ea typeface="Arial"/>
              <a:cs typeface="Arial"/>
              <a:sym typeface="Arial"/>
            </a:endParaRPr>
          </a:p>
        </p:txBody>
      </p:sp>
      <p:sp>
        <p:nvSpPr>
          <p:cNvPr id="154" name="Google Shape;154;p5"/>
          <p:cNvSpPr txBox="1"/>
          <p:nvPr/>
        </p:nvSpPr>
        <p:spPr>
          <a:xfrm>
            <a:off x="1763100" y="490850"/>
            <a:ext cx="42462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1200"/>
              </a:spcAft>
              <a:buClr>
                <a:srgbClr val="000000"/>
              </a:buClr>
              <a:buSzPts val="1200"/>
              <a:buFont typeface="Arial"/>
              <a:buNone/>
            </a:pPr>
            <a:r>
              <a:rPr b="0" i="0" lang="en" sz="1200" u="none" cap="none" strike="noStrike">
                <a:solidFill>
                  <a:srgbClr val="000000"/>
                </a:solidFill>
                <a:latin typeface="PT Sans Narrow"/>
                <a:ea typeface="PT Sans Narrow"/>
                <a:cs typeface="PT Sans Narrow"/>
                <a:sym typeface="PT Sans Narrow"/>
              </a:rPr>
              <a:t>Click here to edit subtitle</a:t>
            </a:r>
            <a:endParaRPr b="0" i="0" sz="1200" u="none" cap="none" strike="noStrike">
              <a:solidFill>
                <a:srgbClr val="000000"/>
              </a:solidFill>
              <a:latin typeface="PT Sans Narrow"/>
              <a:ea typeface="PT Sans Narrow"/>
              <a:cs typeface="PT Sans Narrow"/>
              <a:sym typeface="PT Sans Narrow"/>
            </a:endParaRPr>
          </a:p>
        </p:txBody>
      </p:sp>
      <p:sp>
        <p:nvSpPr>
          <p:cNvPr id="155" name="Google Shape;155;p5"/>
          <p:cNvSpPr txBox="1"/>
          <p:nvPr/>
        </p:nvSpPr>
        <p:spPr>
          <a:xfrm>
            <a:off x="3483688" y="4038750"/>
            <a:ext cx="3172200" cy="285000"/>
          </a:xfrm>
          <a:prstGeom prst="rect">
            <a:avLst/>
          </a:prstGeom>
          <a:noFill/>
          <a:ln>
            <a:noFill/>
          </a:ln>
        </p:spPr>
        <p:txBody>
          <a:bodyPr anchorCtr="0" anchor="t" bIns="91425" lIns="91425" spcFirstLastPara="1" rIns="91425" wrap="square" tIns="91425">
            <a:normAutofit fontScale="62500" lnSpcReduction="20000"/>
          </a:bodyPr>
          <a:lstStyle/>
          <a:p>
            <a:pPr indent="0" lvl="0" marL="0" marR="0" rtl="0" algn="l">
              <a:lnSpc>
                <a:spcPct val="105000"/>
              </a:lnSpc>
              <a:spcBef>
                <a:spcPts val="0"/>
              </a:spcBef>
              <a:spcAft>
                <a:spcPts val="0"/>
              </a:spcAft>
              <a:buClr>
                <a:srgbClr val="000000"/>
              </a:buClr>
              <a:buSzPct val="100000"/>
              <a:buFont typeface="Arial"/>
              <a:buNone/>
            </a:pPr>
            <a:r>
              <a:rPr b="0" i="1" lang="en" sz="1100" u="none" cap="none" strike="noStrike">
                <a:solidFill>
                  <a:srgbClr val="000000"/>
                </a:solidFill>
                <a:latin typeface="Lato"/>
                <a:ea typeface="Lato"/>
                <a:cs typeface="Lato"/>
                <a:sym typeface="Lato"/>
              </a:rPr>
              <a:t>Image Alt-Text Here</a:t>
            </a:r>
            <a:endParaRPr b="0" i="1" sz="1100" u="none" cap="none" strike="noStrike">
              <a:solidFill>
                <a:srgbClr val="000000"/>
              </a:solidFill>
              <a:latin typeface="Lato"/>
              <a:ea typeface="Lato"/>
              <a:cs typeface="Lato"/>
              <a:sym typeface="Lato"/>
            </a:endParaRPr>
          </a:p>
        </p:txBody>
      </p:sp>
      <p:sp>
        <p:nvSpPr>
          <p:cNvPr id="156" name="Google Shape;156;p5"/>
          <p:cNvSpPr txBox="1"/>
          <p:nvPr/>
        </p:nvSpPr>
        <p:spPr>
          <a:xfrm>
            <a:off x="3986375" y="7186500"/>
            <a:ext cx="3172200" cy="285000"/>
          </a:xfrm>
          <a:prstGeom prst="rect">
            <a:avLst/>
          </a:prstGeom>
          <a:noFill/>
          <a:ln>
            <a:noFill/>
          </a:ln>
        </p:spPr>
        <p:txBody>
          <a:bodyPr anchorCtr="0" anchor="t" bIns="91425" lIns="91425" spcFirstLastPara="1" rIns="91425" wrap="square" tIns="91425">
            <a:normAutofit fontScale="62500" lnSpcReduction="20000"/>
          </a:bodyPr>
          <a:lstStyle/>
          <a:p>
            <a:pPr indent="0" lvl="0" marL="0" marR="0" rtl="0" algn="l">
              <a:lnSpc>
                <a:spcPct val="105000"/>
              </a:lnSpc>
              <a:spcBef>
                <a:spcPts val="0"/>
              </a:spcBef>
              <a:spcAft>
                <a:spcPts val="0"/>
              </a:spcAft>
              <a:buClr>
                <a:srgbClr val="000000"/>
              </a:buClr>
              <a:buSzPct val="100000"/>
              <a:buFont typeface="Arial"/>
              <a:buNone/>
            </a:pPr>
            <a:r>
              <a:rPr b="0" i="1" lang="en" sz="1100" u="none" cap="none" strike="noStrike">
                <a:solidFill>
                  <a:srgbClr val="000000"/>
                </a:solidFill>
                <a:latin typeface="Lato"/>
                <a:ea typeface="Lato"/>
                <a:cs typeface="Lato"/>
                <a:sym typeface="Lato"/>
              </a:rPr>
              <a:t>Image Alt-Text Here</a:t>
            </a:r>
            <a:endParaRPr b="0" i="1" sz="1100" u="none" cap="none" strike="noStrike">
              <a:solidFill>
                <a:srgbClr val="000000"/>
              </a:solidFill>
              <a:latin typeface="Lato"/>
              <a:ea typeface="Lato"/>
              <a:cs typeface="Lato"/>
              <a:sym typeface="Lat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3">
  <p:cSld name="CUSTOM_2_1">
    <p:spTree>
      <p:nvGrpSpPr>
        <p:cNvPr id="157" name="Shape 157"/>
        <p:cNvGrpSpPr/>
        <p:nvPr/>
      </p:nvGrpSpPr>
      <p:grpSpPr>
        <a:xfrm>
          <a:off x="0" y="0"/>
          <a:ext cx="0" cy="0"/>
          <a:chOff x="0" y="0"/>
          <a:chExt cx="0" cy="0"/>
        </a:xfrm>
      </p:grpSpPr>
      <p:cxnSp>
        <p:nvCxnSpPr>
          <p:cNvPr id="158" name="Google Shape;158;p6"/>
          <p:cNvCxnSpPr/>
          <p:nvPr/>
        </p:nvCxnSpPr>
        <p:spPr>
          <a:xfrm>
            <a:off x="417963" y="311025"/>
            <a:ext cx="28200" cy="8777100"/>
          </a:xfrm>
          <a:prstGeom prst="straightConnector1">
            <a:avLst/>
          </a:prstGeom>
          <a:noFill/>
          <a:ln cap="flat" cmpd="sng" w="9525">
            <a:solidFill>
              <a:srgbClr val="B7B7B7"/>
            </a:solidFill>
            <a:prstDash val="solid"/>
            <a:round/>
            <a:headEnd len="sm" w="sm" type="none"/>
            <a:tailEnd len="sm" w="sm" type="none"/>
          </a:ln>
        </p:spPr>
      </p:cxnSp>
      <p:grpSp>
        <p:nvGrpSpPr>
          <p:cNvPr id="159" name="Google Shape;159;p6"/>
          <p:cNvGrpSpPr/>
          <p:nvPr/>
        </p:nvGrpSpPr>
        <p:grpSpPr>
          <a:xfrm>
            <a:off x="404725" y="1300475"/>
            <a:ext cx="6908400" cy="72025"/>
            <a:chOff x="404725" y="1681475"/>
            <a:chExt cx="6908400" cy="72025"/>
          </a:xfrm>
        </p:grpSpPr>
        <p:cxnSp>
          <p:nvCxnSpPr>
            <p:cNvPr id="160" name="Google Shape;160;p6"/>
            <p:cNvCxnSpPr/>
            <p:nvPr/>
          </p:nvCxnSpPr>
          <p:spPr>
            <a:xfrm flipH="1" rot="10800000">
              <a:off x="404725" y="1681475"/>
              <a:ext cx="6908400" cy="16800"/>
            </a:xfrm>
            <a:prstGeom prst="straightConnector1">
              <a:avLst/>
            </a:prstGeom>
            <a:noFill/>
            <a:ln cap="flat" cmpd="sng" w="38100">
              <a:solidFill>
                <a:srgbClr val="666666"/>
              </a:solidFill>
              <a:prstDash val="solid"/>
              <a:round/>
              <a:headEnd len="sm" w="sm" type="none"/>
              <a:tailEnd len="sm" w="sm" type="none"/>
            </a:ln>
          </p:spPr>
        </p:cxnSp>
        <p:cxnSp>
          <p:nvCxnSpPr>
            <p:cNvPr id="161" name="Google Shape;161;p6"/>
            <p:cNvCxnSpPr/>
            <p:nvPr/>
          </p:nvCxnSpPr>
          <p:spPr>
            <a:xfrm flipH="1" rot="10800000">
              <a:off x="404725" y="1736700"/>
              <a:ext cx="6908400" cy="16800"/>
            </a:xfrm>
            <a:prstGeom prst="straightConnector1">
              <a:avLst/>
            </a:prstGeom>
            <a:noFill/>
            <a:ln cap="flat" cmpd="sng" w="38100">
              <a:solidFill>
                <a:srgbClr val="666666"/>
              </a:solidFill>
              <a:prstDash val="solid"/>
              <a:round/>
              <a:headEnd len="sm" w="sm" type="none"/>
              <a:tailEnd len="sm" w="sm" type="none"/>
            </a:ln>
          </p:spPr>
        </p:cxnSp>
      </p:grpSp>
      <p:cxnSp>
        <p:nvCxnSpPr>
          <p:cNvPr id="162" name="Google Shape;162;p6"/>
          <p:cNvCxnSpPr/>
          <p:nvPr/>
        </p:nvCxnSpPr>
        <p:spPr>
          <a:xfrm>
            <a:off x="7326238" y="6225"/>
            <a:ext cx="28200" cy="8777100"/>
          </a:xfrm>
          <a:prstGeom prst="straightConnector1">
            <a:avLst/>
          </a:prstGeom>
          <a:noFill/>
          <a:ln cap="flat" cmpd="sng" w="9525">
            <a:solidFill>
              <a:srgbClr val="B7B7B7"/>
            </a:solidFill>
            <a:prstDash val="solid"/>
            <a:round/>
            <a:headEnd len="sm" w="sm" type="none"/>
            <a:tailEnd len="sm" w="sm" type="none"/>
          </a:ln>
        </p:spPr>
      </p:cxnSp>
      <p:cxnSp>
        <p:nvCxnSpPr>
          <p:cNvPr id="163" name="Google Shape;163;p6"/>
          <p:cNvCxnSpPr/>
          <p:nvPr/>
        </p:nvCxnSpPr>
        <p:spPr>
          <a:xfrm rot="10800000">
            <a:off x="438150" y="3276600"/>
            <a:ext cx="6896100" cy="0"/>
          </a:xfrm>
          <a:prstGeom prst="straightConnector1">
            <a:avLst/>
          </a:prstGeom>
          <a:noFill/>
          <a:ln cap="flat" cmpd="sng" w="9525">
            <a:solidFill>
              <a:srgbClr val="CCCCCC"/>
            </a:solidFill>
            <a:prstDash val="solid"/>
            <a:round/>
            <a:headEnd len="sm" w="sm" type="none"/>
            <a:tailEnd len="sm" w="sm" type="none"/>
          </a:ln>
        </p:spPr>
      </p:cxnSp>
      <p:cxnSp>
        <p:nvCxnSpPr>
          <p:cNvPr id="164" name="Google Shape;164;p6"/>
          <p:cNvCxnSpPr/>
          <p:nvPr/>
        </p:nvCxnSpPr>
        <p:spPr>
          <a:xfrm>
            <a:off x="3861475" y="3505200"/>
            <a:ext cx="0" cy="5611800"/>
          </a:xfrm>
          <a:prstGeom prst="straightConnector1">
            <a:avLst/>
          </a:prstGeom>
          <a:noFill/>
          <a:ln cap="flat" cmpd="sng" w="9525">
            <a:solidFill>
              <a:srgbClr val="B7B7B7"/>
            </a:solidFill>
            <a:prstDash val="solid"/>
            <a:round/>
            <a:headEnd len="sm" w="sm" type="none"/>
            <a:tailEnd len="sm" w="sm" type="none"/>
          </a:ln>
        </p:spPr>
      </p:cxnSp>
      <p:grpSp>
        <p:nvGrpSpPr>
          <p:cNvPr id="165" name="Google Shape;165;p6"/>
          <p:cNvGrpSpPr/>
          <p:nvPr/>
        </p:nvGrpSpPr>
        <p:grpSpPr>
          <a:xfrm>
            <a:off x="417975" y="1504250"/>
            <a:ext cx="2357775" cy="410125"/>
            <a:chOff x="417975" y="1885250"/>
            <a:chExt cx="2357775" cy="410125"/>
          </a:xfrm>
        </p:grpSpPr>
        <p:sp>
          <p:nvSpPr>
            <p:cNvPr id="166" name="Google Shape;166;p6"/>
            <p:cNvSpPr/>
            <p:nvPr/>
          </p:nvSpPr>
          <p:spPr>
            <a:xfrm>
              <a:off x="417975" y="1885250"/>
              <a:ext cx="2020800" cy="410100"/>
            </a:xfrm>
            <a:prstGeom prst="rect">
              <a:avLst/>
            </a:prstGeom>
            <a:solidFill>
              <a:srgbClr val="595959"/>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6"/>
            <p:cNvSpPr/>
            <p:nvPr/>
          </p:nvSpPr>
          <p:spPr>
            <a:xfrm rot="10800000">
              <a:off x="2236350" y="1885875"/>
              <a:ext cx="539400" cy="409500"/>
            </a:xfrm>
            <a:prstGeom prst="chevron">
              <a:avLst>
                <a:gd fmla="val 50000" name="adj"/>
              </a:avLst>
            </a:prstGeom>
            <a:solidFill>
              <a:srgbClr val="595959"/>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6"/>
            <p:cNvSpPr/>
            <p:nvPr/>
          </p:nvSpPr>
          <p:spPr>
            <a:xfrm>
              <a:off x="446175" y="1905300"/>
              <a:ext cx="1946700" cy="364200"/>
            </a:xfrm>
            <a:prstGeom prst="rect">
              <a:avLst/>
            </a:prstGeom>
            <a:solidFill>
              <a:srgbClr val="B7B7B7"/>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6"/>
            <p:cNvSpPr/>
            <p:nvPr/>
          </p:nvSpPr>
          <p:spPr>
            <a:xfrm rot="10800000">
              <a:off x="2198100" y="1906000"/>
              <a:ext cx="519600" cy="363600"/>
            </a:xfrm>
            <a:prstGeom prst="chevron">
              <a:avLst>
                <a:gd fmla="val 50000" name="adj"/>
              </a:avLst>
            </a:prstGeom>
            <a:solidFill>
              <a:srgbClr val="B7B7B7"/>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0" name="Google Shape;170;p6"/>
          <p:cNvGrpSpPr/>
          <p:nvPr/>
        </p:nvGrpSpPr>
        <p:grpSpPr>
          <a:xfrm>
            <a:off x="417975" y="3276600"/>
            <a:ext cx="2357775" cy="410125"/>
            <a:chOff x="265575" y="3352800"/>
            <a:chExt cx="2357775" cy="410125"/>
          </a:xfrm>
        </p:grpSpPr>
        <p:sp>
          <p:nvSpPr>
            <p:cNvPr id="171" name="Google Shape;171;p6"/>
            <p:cNvSpPr/>
            <p:nvPr/>
          </p:nvSpPr>
          <p:spPr>
            <a:xfrm>
              <a:off x="265575" y="3352800"/>
              <a:ext cx="2020800" cy="410100"/>
            </a:xfrm>
            <a:prstGeom prst="rect">
              <a:avLst/>
            </a:prstGeom>
            <a:solidFill>
              <a:srgbClr val="59595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6"/>
            <p:cNvSpPr/>
            <p:nvPr/>
          </p:nvSpPr>
          <p:spPr>
            <a:xfrm rot="10800000">
              <a:off x="2083950" y="3353425"/>
              <a:ext cx="539400" cy="409500"/>
            </a:xfrm>
            <a:prstGeom prst="chevron">
              <a:avLst>
                <a:gd fmla="val 50000" name="adj"/>
              </a:avLst>
            </a:prstGeom>
            <a:solidFill>
              <a:srgbClr val="59595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6"/>
            <p:cNvSpPr/>
            <p:nvPr/>
          </p:nvSpPr>
          <p:spPr>
            <a:xfrm>
              <a:off x="293775" y="3372850"/>
              <a:ext cx="1946700" cy="364200"/>
            </a:xfrm>
            <a:prstGeom prst="rect">
              <a:avLst/>
            </a:prstGeom>
            <a:solidFill>
              <a:srgbClr val="B7B7B7"/>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p6"/>
            <p:cNvSpPr/>
            <p:nvPr/>
          </p:nvSpPr>
          <p:spPr>
            <a:xfrm rot="10800000">
              <a:off x="2045700" y="3373550"/>
              <a:ext cx="519600" cy="363600"/>
            </a:xfrm>
            <a:prstGeom prst="chevron">
              <a:avLst>
                <a:gd fmla="val 50000" name="adj"/>
              </a:avLst>
            </a:prstGeom>
            <a:solidFill>
              <a:srgbClr val="B7B7B7"/>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5" name="Google Shape;175;p6"/>
          <p:cNvGrpSpPr/>
          <p:nvPr/>
        </p:nvGrpSpPr>
        <p:grpSpPr>
          <a:xfrm>
            <a:off x="3872044" y="3276600"/>
            <a:ext cx="2747987" cy="410125"/>
            <a:chOff x="3567313" y="3200400"/>
            <a:chExt cx="2357775" cy="410125"/>
          </a:xfrm>
        </p:grpSpPr>
        <p:sp>
          <p:nvSpPr>
            <p:cNvPr id="176" name="Google Shape;176;p6"/>
            <p:cNvSpPr/>
            <p:nvPr/>
          </p:nvSpPr>
          <p:spPr>
            <a:xfrm>
              <a:off x="3567313" y="3200400"/>
              <a:ext cx="2020800" cy="410100"/>
            </a:xfrm>
            <a:prstGeom prst="rect">
              <a:avLst/>
            </a:prstGeom>
            <a:solidFill>
              <a:srgbClr val="595959"/>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6"/>
            <p:cNvSpPr/>
            <p:nvPr/>
          </p:nvSpPr>
          <p:spPr>
            <a:xfrm rot="10800000">
              <a:off x="5385688" y="3201025"/>
              <a:ext cx="539400" cy="409500"/>
            </a:xfrm>
            <a:prstGeom prst="chevron">
              <a:avLst>
                <a:gd fmla="val 50000" name="adj"/>
              </a:avLst>
            </a:prstGeom>
            <a:solidFill>
              <a:srgbClr val="595959"/>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6"/>
            <p:cNvSpPr/>
            <p:nvPr/>
          </p:nvSpPr>
          <p:spPr>
            <a:xfrm>
              <a:off x="3595513" y="3220450"/>
              <a:ext cx="1946700" cy="364200"/>
            </a:xfrm>
            <a:prstGeom prst="rect">
              <a:avLst/>
            </a:prstGeom>
            <a:solidFill>
              <a:srgbClr val="B7B7B7"/>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6"/>
            <p:cNvSpPr/>
            <p:nvPr/>
          </p:nvSpPr>
          <p:spPr>
            <a:xfrm rot="10800000">
              <a:off x="5393639" y="3221150"/>
              <a:ext cx="473400" cy="363600"/>
            </a:xfrm>
            <a:prstGeom prst="chevron">
              <a:avLst>
                <a:gd fmla="val 50000" name="adj"/>
              </a:avLst>
            </a:prstGeom>
            <a:solidFill>
              <a:srgbClr val="B7B7B7"/>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0" name="Google Shape;180;p6"/>
          <p:cNvGrpSpPr/>
          <p:nvPr/>
        </p:nvGrpSpPr>
        <p:grpSpPr>
          <a:xfrm>
            <a:off x="417963" y="6597750"/>
            <a:ext cx="2357775" cy="410125"/>
            <a:chOff x="-39237" y="6140550"/>
            <a:chExt cx="2357775" cy="410125"/>
          </a:xfrm>
        </p:grpSpPr>
        <p:sp>
          <p:nvSpPr>
            <p:cNvPr id="181" name="Google Shape;181;p6"/>
            <p:cNvSpPr/>
            <p:nvPr/>
          </p:nvSpPr>
          <p:spPr>
            <a:xfrm>
              <a:off x="-39237" y="6140550"/>
              <a:ext cx="2020800" cy="410100"/>
            </a:xfrm>
            <a:prstGeom prst="rect">
              <a:avLst/>
            </a:prstGeom>
            <a:solidFill>
              <a:srgbClr val="595959"/>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6"/>
            <p:cNvSpPr/>
            <p:nvPr/>
          </p:nvSpPr>
          <p:spPr>
            <a:xfrm rot="10800000">
              <a:off x="1779138" y="6141175"/>
              <a:ext cx="539400" cy="409500"/>
            </a:xfrm>
            <a:prstGeom prst="chevron">
              <a:avLst>
                <a:gd fmla="val 50000" name="adj"/>
              </a:avLst>
            </a:prstGeom>
            <a:solidFill>
              <a:srgbClr val="595959"/>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6"/>
            <p:cNvSpPr/>
            <p:nvPr/>
          </p:nvSpPr>
          <p:spPr>
            <a:xfrm>
              <a:off x="-11037" y="6160600"/>
              <a:ext cx="1946700" cy="364200"/>
            </a:xfrm>
            <a:prstGeom prst="rect">
              <a:avLst/>
            </a:prstGeom>
            <a:solidFill>
              <a:srgbClr val="B7B7B7"/>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6"/>
            <p:cNvSpPr/>
            <p:nvPr/>
          </p:nvSpPr>
          <p:spPr>
            <a:xfrm rot="10800000">
              <a:off x="1740888" y="6161300"/>
              <a:ext cx="519600" cy="363600"/>
            </a:xfrm>
            <a:prstGeom prst="chevron">
              <a:avLst>
                <a:gd fmla="val 50000" name="adj"/>
              </a:avLst>
            </a:prstGeom>
            <a:solidFill>
              <a:srgbClr val="B7B7B7"/>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85" name="Google Shape;185;p6"/>
          <p:cNvSpPr txBox="1"/>
          <p:nvPr/>
        </p:nvSpPr>
        <p:spPr>
          <a:xfrm>
            <a:off x="402100" y="1527525"/>
            <a:ext cx="1947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OVERVIEW</a:t>
            </a:r>
            <a:endParaRPr b="1" i="0" sz="1400" u="none" cap="none" strike="noStrike">
              <a:solidFill>
                <a:srgbClr val="000000"/>
              </a:solidFill>
              <a:latin typeface="Arial"/>
              <a:ea typeface="Arial"/>
              <a:cs typeface="Arial"/>
              <a:sym typeface="Arial"/>
            </a:endParaRPr>
          </a:p>
        </p:txBody>
      </p:sp>
      <p:sp>
        <p:nvSpPr>
          <p:cNvPr id="186" name="Google Shape;186;p6"/>
          <p:cNvSpPr txBox="1"/>
          <p:nvPr/>
        </p:nvSpPr>
        <p:spPr>
          <a:xfrm>
            <a:off x="476200" y="3276599"/>
            <a:ext cx="1799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PROJECT STATUS </a:t>
            </a:r>
            <a:endParaRPr b="1" i="0" sz="1400" u="none" cap="none" strike="noStrike">
              <a:solidFill>
                <a:srgbClr val="000000"/>
              </a:solidFill>
              <a:latin typeface="Arial"/>
              <a:ea typeface="Arial"/>
              <a:cs typeface="Arial"/>
              <a:sym typeface="Arial"/>
            </a:endParaRPr>
          </a:p>
        </p:txBody>
      </p:sp>
      <p:sp>
        <p:nvSpPr>
          <p:cNvPr id="187" name="Google Shape;187;p6"/>
          <p:cNvSpPr txBox="1"/>
          <p:nvPr/>
        </p:nvSpPr>
        <p:spPr>
          <a:xfrm>
            <a:off x="623225" y="6602713"/>
            <a:ext cx="1947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NEXT STEPS </a:t>
            </a:r>
            <a:endParaRPr b="1" i="0" sz="1400" u="none" cap="none" strike="noStrike">
              <a:solidFill>
                <a:srgbClr val="000000"/>
              </a:solidFill>
              <a:latin typeface="Arial"/>
              <a:ea typeface="Arial"/>
              <a:cs typeface="Arial"/>
              <a:sym typeface="Arial"/>
            </a:endParaRPr>
          </a:p>
        </p:txBody>
      </p:sp>
      <p:sp>
        <p:nvSpPr>
          <p:cNvPr id="188" name="Google Shape;188;p6"/>
          <p:cNvSpPr txBox="1"/>
          <p:nvPr/>
        </p:nvSpPr>
        <p:spPr>
          <a:xfrm>
            <a:off x="3848750" y="3276600"/>
            <a:ext cx="1673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KEY INSIGHTS </a:t>
            </a:r>
            <a:endParaRPr b="1" i="0" sz="1400" u="none" cap="none" strike="noStrike">
              <a:solidFill>
                <a:srgbClr val="000000"/>
              </a:solidFill>
              <a:latin typeface="Arial"/>
              <a:ea typeface="Arial"/>
              <a:cs typeface="Arial"/>
              <a:sym typeface="Arial"/>
            </a:endParaRPr>
          </a:p>
        </p:txBody>
      </p:sp>
      <p:sp>
        <p:nvSpPr>
          <p:cNvPr id="189" name="Google Shape;189;p6"/>
          <p:cNvSpPr txBox="1"/>
          <p:nvPr/>
        </p:nvSpPr>
        <p:spPr>
          <a:xfrm>
            <a:off x="413425" y="1939675"/>
            <a:ext cx="6896100" cy="1027500"/>
          </a:xfrm>
          <a:prstGeom prst="rect">
            <a:avLst/>
          </a:prstGeom>
          <a:noFill/>
          <a:ln>
            <a:noFill/>
          </a:ln>
        </p:spPr>
        <p:txBody>
          <a:bodyPr anchorCtr="0" anchor="t" bIns="91425" lIns="91425" spcFirstLastPara="1" rIns="91425" wrap="square" tIns="91425">
            <a:normAutofit/>
          </a:bodyPr>
          <a:lstStyle/>
          <a:p>
            <a:pPr indent="0" lvl="0" marL="0" marR="0" rtl="0" algn="l">
              <a:lnSpc>
                <a:spcPct val="115000"/>
              </a:lnSpc>
              <a:spcBef>
                <a:spcPts val="0"/>
              </a:spcBef>
              <a:spcAft>
                <a:spcPts val="1200"/>
              </a:spcAft>
              <a:buClr>
                <a:srgbClr val="000000"/>
              </a:buClr>
              <a:buSzPts val="1200"/>
              <a:buFont typeface="Arial"/>
              <a:buNone/>
            </a:pPr>
            <a:r>
              <a:t/>
            </a:r>
            <a:endParaRPr b="0" i="0" sz="1200" u="none" cap="none" strike="noStrike">
              <a:solidFill>
                <a:srgbClr val="595959"/>
              </a:solidFill>
              <a:latin typeface="Arial"/>
              <a:ea typeface="Arial"/>
              <a:cs typeface="Arial"/>
              <a:sym typeface="Arial"/>
            </a:endParaRPr>
          </a:p>
        </p:txBody>
      </p:sp>
      <p:sp>
        <p:nvSpPr>
          <p:cNvPr id="190" name="Google Shape;190;p6"/>
          <p:cNvSpPr txBox="1"/>
          <p:nvPr/>
        </p:nvSpPr>
        <p:spPr>
          <a:xfrm>
            <a:off x="438138" y="3915350"/>
            <a:ext cx="3108300" cy="2370000"/>
          </a:xfrm>
          <a:prstGeom prst="rect">
            <a:avLst/>
          </a:prstGeom>
          <a:noFill/>
          <a:ln>
            <a:noFill/>
          </a:ln>
        </p:spPr>
        <p:txBody>
          <a:bodyPr anchorCtr="0" anchor="t" bIns="91425" lIns="57150" spcFirstLastPara="1" rIns="91425" wrap="square" tIns="91425">
            <a:normAutofit/>
          </a:bodyPr>
          <a:lstStyle/>
          <a:p>
            <a:pPr indent="0" lvl="0" marL="0" marR="0" rtl="0" algn="l">
              <a:lnSpc>
                <a:spcPct val="115000"/>
              </a:lnSpc>
              <a:spcBef>
                <a:spcPts val="0"/>
              </a:spcBef>
              <a:spcAft>
                <a:spcPts val="1200"/>
              </a:spcAft>
              <a:buClr>
                <a:srgbClr val="000000"/>
              </a:buClr>
              <a:buSzPts val="1200"/>
              <a:buFont typeface="Arial"/>
              <a:buNone/>
            </a:pPr>
            <a:r>
              <a:t/>
            </a:r>
            <a:endParaRPr b="0" i="0" sz="1200" u="none" cap="none" strike="noStrike">
              <a:solidFill>
                <a:srgbClr val="595959"/>
              </a:solidFill>
              <a:latin typeface="Arial"/>
              <a:ea typeface="Arial"/>
              <a:cs typeface="Arial"/>
              <a:sym typeface="Arial"/>
            </a:endParaRPr>
          </a:p>
        </p:txBody>
      </p:sp>
      <p:sp>
        <p:nvSpPr>
          <p:cNvPr id="191" name="Google Shape;191;p6"/>
          <p:cNvSpPr txBox="1"/>
          <p:nvPr/>
        </p:nvSpPr>
        <p:spPr>
          <a:xfrm>
            <a:off x="438150" y="7050750"/>
            <a:ext cx="3108300" cy="2255400"/>
          </a:xfrm>
          <a:prstGeom prst="rect">
            <a:avLst/>
          </a:prstGeom>
          <a:noFill/>
          <a:ln>
            <a:noFill/>
          </a:ln>
        </p:spPr>
        <p:txBody>
          <a:bodyPr anchorCtr="0" anchor="t" bIns="91425" lIns="57150" spcFirstLastPara="1" rIns="91425" wrap="square" tIns="91425">
            <a:normAutofit/>
          </a:bodyPr>
          <a:lstStyle/>
          <a:p>
            <a:pPr indent="0" lvl="0" marL="0" marR="0" rtl="0" algn="l">
              <a:lnSpc>
                <a:spcPct val="115000"/>
              </a:lnSpc>
              <a:spcBef>
                <a:spcPts val="0"/>
              </a:spcBef>
              <a:spcAft>
                <a:spcPts val="1200"/>
              </a:spcAft>
              <a:buClr>
                <a:srgbClr val="000000"/>
              </a:buClr>
              <a:buSzPts val="1200"/>
              <a:buFont typeface="Arial"/>
              <a:buNone/>
            </a:pPr>
            <a:r>
              <a:t/>
            </a:r>
            <a:endParaRPr b="0" i="0" sz="1200" u="none" cap="none" strike="noStrike">
              <a:solidFill>
                <a:srgbClr val="595959"/>
              </a:solidFill>
              <a:latin typeface="Arial"/>
              <a:ea typeface="Arial"/>
              <a:cs typeface="Arial"/>
              <a:sym typeface="Arial"/>
            </a:endParaRPr>
          </a:p>
        </p:txBody>
      </p:sp>
      <p:sp>
        <p:nvSpPr>
          <p:cNvPr id="192" name="Google Shape;192;p6"/>
          <p:cNvSpPr txBox="1"/>
          <p:nvPr/>
        </p:nvSpPr>
        <p:spPr>
          <a:xfrm>
            <a:off x="3905525" y="4039263"/>
            <a:ext cx="3219000" cy="2604300"/>
          </a:xfrm>
          <a:prstGeom prst="rect">
            <a:avLst/>
          </a:prstGeom>
          <a:noFill/>
          <a:ln>
            <a:noFill/>
          </a:ln>
        </p:spPr>
        <p:txBody>
          <a:bodyPr anchorCtr="0" anchor="t" bIns="91425" lIns="57150" spcFirstLastPara="1" rIns="91425" wrap="square" tIns="91425">
            <a:normAutofit/>
          </a:bodyPr>
          <a:lstStyle/>
          <a:p>
            <a:pPr indent="0" lvl="0" marL="0" marR="0" rtl="0" algn="l">
              <a:lnSpc>
                <a:spcPct val="115000"/>
              </a:lnSpc>
              <a:spcBef>
                <a:spcPts val="0"/>
              </a:spcBef>
              <a:spcAft>
                <a:spcPts val="1200"/>
              </a:spcAft>
              <a:buClr>
                <a:srgbClr val="000000"/>
              </a:buClr>
              <a:buSzPts val="1200"/>
              <a:buFont typeface="Arial"/>
              <a:buNone/>
            </a:pPr>
            <a:r>
              <a:t/>
            </a:r>
            <a:endParaRPr b="0" i="0" sz="1200" u="none" cap="none" strike="noStrike">
              <a:solidFill>
                <a:srgbClr val="595959"/>
              </a:solidFill>
              <a:latin typeface="Arial"/>
              <a:ea typeface="Arial"/>
              <a:cs typeface="Arial"/>
              <a:sym typeface="Arial"/>
            </a:endParaRPr>
          </a:p>
        </p:txBody>
      </p:sp>
      <p:sp>
        <p:nvSpPr>
          <p:cNvPr id="193" name="Google Shape;193;p6"/>
          <p:cNvSpPr txBox="1"/>
          <p:nvPr/>
        </p:nvSpPr>
        <p:spPr>
          <a:xfrm>
            <a:off x="4183575" y="9228125"/>
            <a:ext cx="3086700" cy="285000"/>
          </a:xfrm>
          <a:prstGeom prst="rect">
            <a:avLst/>
          </a:prstGeom>
          <a:noFill/>
          <a:ln>
            <a:noFill/>
          </a:ln>
        </p:spPr>
        <p:txBody>
          <a:bodyPr anchorCtr="0" anchor="t" bIns="91425" lIns="91425" spcFirstLastPara="1" rIns="91425" wrap="square" tIns="91425">
            <a:normAutofit fontScale="25000" lnSpcReduction="20000"/>
          </a:bodyPr>
          <a:lstStyle/>
          <a:p>
            <a:pPr indent="0" lvl="0" marL="0" marR="0" rtl="0" algn="l">
              <a:lnSpc>
                <a:spcPct val="115000"/>
              </a:lnSpc>
              <a:spcBef>
                <a:spcPts val="0"/>
              </a:spcBef>
              <a:spcAft>
                <a:spcPts val="1200"/>
              </a:spcAft>
              <a:buClr>
                <a:srgbClr val="000000"/>
              </a:buClr>
              <a:buSzPct val="100000"/>
              <a:buFont typeface="Arial"/>
              <a:buNone/>
            </a:pPr>
            <a:r>
              <a:t/>
            </a:r>
            <a:endParaRPr b="0" i="1" sz="1100" u="none" cap="none" strike="noStrike">
              <a:solidFill>
                <a:srgbClr val="595959"/>
              </a:solidFill>
              <a:latin typeface="Arial"/>
              <a:ea typeface="Arial"/>
              <a:cs typeface="Arial"/>
              <a:sym typeface="Arial"/>
            </a:endParaRPr>
          </a:p>
        </p:txBody>
      </p:sp>
      <p:sp>
        <p:nvSpPr>
          <p:cNvPr id="194" name="Google Shape;194;p6"/>
          <p:cNvSpPr txBox="1"/>
          <p:nvPr/>
        </p:nvSpPr>
        <p:spPr>
          <a:xfrm>
            <a:off x="159875" y="441000"/>
            <a:ext cx="7458900" cy="507900"/>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100"/>
              <a:buFont typeface="Arial"/>
              <a:buNone/>
            </a:pPr>
            <a:r>
              <a:rPr b="1" i="0" lang="en" sz="2100" u="none" cap="none" strike="noStrike">
                <a:solidFill>
                  <a:srgbClr val="000000"/>
                </a:solidFill>
                <a:latin typeface="Arial"/>
                <a:ea typeface="Arial"/>
                <a:cs typeface="Arial"/>
                <a:sym typeface="Arial"/>
              </a:rPr>
              <a:t>Click here to edit title</a:t>
            </a:r>
            <a:endParaRPr b="1" i="0" sz="2100" u="none" cap="none" strike="noStrike">
              <a:solidFill>
                <a:srgbClr val="000000"/>
              </a:solidFill>
              <a:latin typeface="Arial"/>
              <a:ea typeface="Arial"/>
              <a:cs typeface="Arial"/>
              <a:sym typeface="Arial"/>
            </a:endParaRPr>
          </a:p>
        </p:txBody>
      </p:sp>
      <p:sp>
        <p:nvSpPr>
          <p:cNvPr id="195" name="Google Shape;195;p6"/>
          <p:cNvSpPr txBox="1"/>
          <p:nvPr/>
        </p:nvSpPr>
        <p:spPr>
          <a:xfrm>
            <a:off x="1763100" y="948050"/>
            <a:ext cx="42462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1200"/>
              </a:spcAft>
              <a:buClr>
                <a:srgbClr val="000000"/>
              </a:buClr>
              <a:buSzPts val="1200"/>
              <a:buFont typeface="Arial"/>
              <a:buNone/>
            </a:pPr>
            <a:r>
              <a:rPr b="0" i="0" lang="en" sz="1200" u="none" cap="none" strike="noStrike">
                <a:solidFill>
                  <a:srgbClr val="000000"/>
                </a:solidFill>
                <a:latin typeface="PT Sans Narrow"/>
                <a:ea typeface="PT Sans Narrow"/>
                <a:cs typeface="PT Sans Narrow"/>
                <a:sym typeface="PT Sans Narrow"/>
              </a:rPr>
              <a:t>Click here to edit subtitle</a:t>
            </a:r>
            <a:endParaRPr b="0" i="0" sz="1200" u="none" cap="none" strike="noStrike">
              <a:solidFill>
                <a:srgbClr val="000000"/>
              </a:solidFill>
              <a:latin typeface="PT Sans Narrow"/>
              <a:ea typeface="PT Sans Narrow"/>
              <a:cs typeface="PT Sans Narrow"/>
              <a:sym typeface="PT Sans Narrow"/>
            </a:endParaRPr>
          </a:p>
        </p:txBody>
      </p:sp>
      <p:sp>
        <p:nvSpPr>
          <p:cNvPr id="196" name="Google Shape;196;p6"/>
          <p:cNvSpPr/>
          <p:nvPr>
            <p:ph idx="2" type="pic"/>
          </p:nvPr>
        </p:nvSpPr>
        <p:spPr>
          <a:xfrm>
            <a:off x="4076163" y="6199700"/>
            <a:ext cx="3035400" cy="2495700"/>
          </a:xfrm>
          <a:prstGeom prst="rect">
            <a:avLst/>
          </a:prstGeom>
          <a:noFill/>
          <a:ln cap="flat" cmpd="sng" w="19050">
            <a:solidFill>
              <a:srgbClr val="000000"/>
            </a:solidFill>
            <a:prstDash val="solid"/>
            <a:round/>
            <a:headEnd len="sm" w="sm" type="none"/>
            <a:tailEnd len="sm" w="sm" type="none"/>
          </a:ln>
        </p:spPr>
      </p:sp>
      <p:sp>
        <p:nvSpPr>
          <p:cNvPr id="197" name="Google Shape;197;p6"/>
          <p:cNvSpPr txBox="1"/>
          <p:nvPr/>
        </p:nvSpPr>
        <p:spPr>
          <a:xfrm>
            <a:off x="4007763" y="8695400"/>
            <a:ext cx="3172200" cy="285000"/>
          </a:xfrm>
          <a:prstGeom prst="rect">
            <a:avLst/>
          </a:prstGeom>
          <a:noFill/>
          <a:ln>
            <a:noFill/>
          </a:ln>
        </p:spPr>
        <p:txBody>
          <a:bodyPr anchorCtr="0" anchor="t" bIns="91425" lIns="91425" spcFirstLastPara="1" rIns="91425" wrap="square" tIns="91425">
            <a:normAutofit fontScale="62500" lnSpcReduction="20000"/>
          </a:bodyPr>
          <a:lstStyle/>
          <a:p>
            <a:pPr indent="0" lvl="0" marL="0" marR="0" rtl="0" algn="l">
              <a:lnSpc>
                <a:spcPct val="105000"/>
              </a:lnSpc>
              <a:spcBef>
                <a:spcPts val="0"/>
              </a:spcBef>
              <a:spcAft>
                <a:spcPts val="0"/>
              </a:spcAft>
              <a:buClr>
                <a:srgbClr val="000000"/>
              </a:buClr>
              <a:buSzPct val="100000"/>
              <a:buFont typeface="Arial"/>
              <a:buNone/>
            </a:pPr>
            <a:r>
              <a:rPr b="0" i="1" lang="en" sz="1100" u="none" cap="none" strike="noStrike">
                <a:solidFill>
                  <a:srgbClr val="000000"/>
                </a:solidFill>
                <a:latin typeface="Lato"/>
                <a:ea typeface="Lato"/>
                <a:cs typeface="Lato"/>
                <a:sym typeface="Lato"/>
              </a:rPr>
              <a:t>Image Alt-Text Here</a:t>
            </a:r>
            <a:endParaRPr b="0" i="1" sz="1100" u="none" cap="none" strike="noStrike">
              <a:solidFill>
                <a:srgbClr val="000000"/>
              </a:solidFill>
              <a:latin typeface="Lato"/>
              <a:ea typeface="Lato"/>
              <a:cs typeface="Lato"/>
              <a:sym typeface="Lato"/>
            </a:endParaRPr>
          </a:p>
        </p:txBody>
      </p:sp>
    </p:spTree>
  </p:cSld>
  <p:clrMapOvr>
    <a:masterClrMapping/>
  </p:clrMapOvr>
  <p:extLst>
    <p:ext uri="{DCECCB84-F9BA-43D5-87BE-67443E8EF086}">
      <p15:sldGuideLst>
        <p15:guide id="1" pos="255">
          <p15:clr>
            <a:srgbClr val="FA7B17"/>
          </p15:clr>
        </p15:guide>
        <p15:guide id="2" orient="horz" pos="2922">
          <p15:clr>
            <a:srgbClr val="FA7B17"/>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4">
  <p:cSld name="CUSTOM">
    <p:spTree>
      <p:nvGrpSpPr>
        <p:cNvPr id="198" name="Shape 198"/>
        <p:cNvGrpSpPr/>
        <p:nvPr/>
      </p:nvGrpSpPr>
      <p:grpSpPr>
        <a:xfrm>
          <a:off x="0" y="0"/>
          <a:ext cx="0" cy="0"/>
          <a:chOff x="0" y="0"/>
          <a:chExt cx="0" cy="0"/>
        </a:xfrm>
      </p:grpSpPr>
      <p:sp>
        <p:nvSpPr>
          <p:cNvPr id="199" name="Google Shape;199;p7"/>
          <p:cNvSpPr/>
          <p:nvPr/>
        </p:nvSpPr>
        <p:spPr>
          <a:xfrm flipH="1">
            <a:off x="2748900" y="9168075"/>
            <a:ext cx="5023500" cy="890400"/>
          </a:xfrm>
          <a:prstGeom prst="rtTriangle">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200" name="Google Shape;200;p7"/>
          <p:cNvSpPr/>
          <p:nvPr/>
        </p:nvSpPr>
        <p:spPr>
          <a:xfrm>
            <a:off x="0" y="9168075"/>
            <a:ext cx="4138800" cy="890400"/>
          </a:xfrm>
          <a:prstGeom prst="rtTriangle">
            <a:avLst/>
          </a:prstGeom>
          <a:solidFill>
            <a:srgbClr val="DB4437"/>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nvGrpSpPr>
          <p:cNvPr id="201" name="Google Shape;201;p7"/>
          <p:cNvGrpSpPr/>
          <p:nvPr/>
        </p:nvGrpSpPr>
        <p:grpSpPr>
          <a:xfrm>
            <a:off x="95351" y="1392509"/>
            <a:ext cx="7581691" cy="5901"/>
            <a:chOff x="1890075" y="5241175"/>
            <a:chExt cx="4240556" cy="257700"/>
          </a:xfrm>
        </p:grpSpPr>
        <p:sp>
          <p:nvSpPr>
            <p:cNvPr id="202" name="Google Shape;202;p7"/>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203" name="Google Shape;203;p7"/>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204" name="Google Shape;204;p7"/>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205" name="Google Shape;205;p7"/>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grpSp>
        <p:nvGrpSpPr>
          <p:cNvPr id="206" name="Google Shape;206;p7"/>
          <p:cNvGrpSpPr/>
          <p:nvPr/>
        </p:nvGrpSpPr>
        <p:grpSpPr>
          <a:xfrm>
            <a:off x="95351" y="4542984"/>
            <a:ext cx="7581691" cy="5901"/>
            <a:chOff x="1890075" y="5241175"/>
            <a:chExt cx="4240556" cy="257700"/>
          </a:xfrm>
        </p:grpSpPr>
        <p:sp>
          <p:nvSpPr>
            <p:cNvPr id="207" name="Google Shape;207;p7"/>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208" name="Google Shape;208;p7"/>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209" name="Google Shape;209;p7"/>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210" name="Google Shape;210;p7"/>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sp>
        <p:nvSpPr>
          <p:cNvPr id="211" name="Google Shape;211;p7"/>
          <p:cNvSpPr/>
          <p:nvPr/>
        </p:nvSpPr>
        <p:spPr>
          <a:xfrm>
            <a:off x="432000" y="1624350"/>
            <a:ext cx="1598400" cy="269100"/>
          </a:xfrm>
          <a:prstGeom prst="rect">
            <a:avLst/>
          </a:prstGeom>
          <a:solidFill>
            <a:srgbClr val="4285F4"/>
          </a:solidFill>
          <a:ln cap="flat" cmpd="sng" w="9525">
            <a:solidFill>
              <a:srgbClr val="4285F4"/>
            </a:solidFill>
            <a:prstDash val="solid"/>
            <a:round/>
            <a:headEnd len="sm" w="sm" type="none"/>
            <a:tailEnd len="sm" w="sm" type="none"/>
          </a:ln>
          <a:effectLst>
            <a:outerShdw blurRad="57150" rotWithShape="0" algn="bl" dir="5400000" dist="19050">
              <a:srgbClr val="EEEEEE">
                <a:alpha val="49803"/>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Overview </a:t>
            </a:r>
            <a:endParaRPr b="1" i="0" sz="1400" u="none" cap="none" strike="noStrike">
              <a:solidFill>
                <a:srgbClr val="000000"/>
              </a:solidFill>
              <a:latin typeface="Arial"/>
              <a:ea typeface="Arial"/>
              <a:cs typeface="Arial"/>
              <a:sym typeface="Arial"/>
            </a:endParaRPr>
          </a:p>
        </p:txBody>
      </p:sp>
      <p:sp>
        <p:nvSpPr>
          <p:cNvPr id="212" name="Google Shape;212;p7"/>
          <p:cNvSpPr/>
          <p:nvPr/>
        </p:nvSpPr>
        <p:spPr>
          <a:xfrm>
            <a:off x="432000" y="2620004"/>
            <a:ext cx="1598400" cy="2850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Problem</a:t>
            </a:r>
            <a:endParaRPr b="1" i="0" sz="1400" u="none" cap="none" strike="noStrike">
              <a:solidFill>
                <a:srgbClr val="000000"/>
              </a:solidFill>
              <a:latin typeface="Arial"/>
              <a:ea typeface="Arial"/>
              <a:cs typeface="Arial"/>
              <a:sym typeface="Arial"/>
            </a:endParaRPr>
          </a:p>
        </p:txBody>
      </p:sp>
      <p:sp>
        <p:nvSpPr>
          <p:cNvPr id="213" name="Google Shape;213;p7"/>
          <p:cNvSpPr/>
          <p:nvPr/>
        </p:nvSpPr>
        <p:spPr>
          <a:xfrm>
            <a:off x="432000" y="3615673"/>
            <a:ext cx="1598400" cy="2691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Solution</a:t>
            </a:r>
            <a:endParaRPr b="1" i="0" sz="1400" u="none" cap="none" strike="noStrike">
              <a:solidFill>
                <a:srgbClr val="000000"/>
              </a:solidFill>
              <a:latin typeface="Arial"/>
              <a:ea typeface="Arial"/>
              <a:cs typeface="Arial"/>
              <a:sym typeface="Arial"/>
            </a:endParaRPr>
          </a:p>
        </p:txBody>
      </p:sp>
      <p:sp>
        <p:nvSpPr>
          <p:cNvPr id="214" name="Google Shape;214;p7"/>
          <p:cNvSpPr/>
          <p:nvPr/>
        </p:nvSpPr>
        <p:spPr>
          <a:xfrm>
            <a:off x="432000" y="4676196"/>
            <a:ext cx="1598400" cy="2850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Details </a:t>
            </a:r>
            <a:endParaRPr b="1" i="0" sz="1400" u="none" cap="none" strike="noStrike">
              <a:solidFill>
                <a:srgbClr val="000000"/>
              </a:solidFill>
              <a:latin typeface="Arial"/>
              <a:ea typeface="Arial"/>
              <a:cs typeface="Arial"/>
              <a:sym typeface="Arial"/>
            </a:endParaRPr>
          </a:p>
        </p:txBody>
      </p:sp>
      <p:sp>
        <p:nvSpPr>
          <p:cNvPr id="215" name="Google Shape;215;p7"/>
          <p:cNvSpPr/>
          <p:nvPr/>
        </p:nvSpPr>
        <p:spPr>
          <a:xfrm>
            <a:off x="432000" y="8296570"/>
            <a:ext cx="1598400" cy="2691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Next Steps </a:t>
            </a:r>
            <a:endParaRPr b="1" i="0" sz="1400" u="none" cap="none" strike="noStrike">
              <a:solidFill>
                <a:srgbClr val="000000"/>
              </a:solidFill>
              <a:latin typeface="Arial"/>
              <a:ea typeface="Arial"/>
              <a:cs typeface="Arial"/>
              <a:sym typeface="Arial"/>
            </a:endParaRPr>
          </a:p>
        </p:txBody>
      </p:sp>
      <p:grpSp>
        <p:nvGrpSpPr>
          <p:cNvPr id="216" name="Google Shape;216;p7"/>
          <p:cNvGrpSpPr/>
          <p:nvPr/>
        </p:nvGrpSpPr>
        <p:grpSpPr>
          <a:xfrm>
            <a:off x="95351" y="8200359"/>
            <a:ext cx="7581691" cy="5901"/>
            <a:chOff x="1890075" y="5241175"/>
            <a:chExt cx="4240556" cy="257700"/>
          </a:xfrm>
        </p:grpSpPr>
        <p:sp>
          <p:nvSpPr>
            <p:cNvPr id="217" name="Google Shape;217;p7"/>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218" name="Google Shape;218;p7"/>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219" name="Google Shape;219;p7"/>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220" name="Google Shape;220;p7"/>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sp>
        <p:nvSpPr>
          <p:cNvPr id="221" name="Google Shape;221;p7"/>
          <p:cNvSpPr txBox="1"/>
          <p:nvPr/>
        </p:nvSpPr>
        <p:spPr>
          <a:xfrm>
            <a:off x="159875" y="441000"/>
            <a:ext cx="7458900" cy="507900"/>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100"/>
              <a:buFont typeface="Arial"/>
              <a:buNone/>
            </a:pPr>
            <a:r>
              <a:rPr b="1" i="0" lang="en" sz="2100" u="none" cap="none" strike="noStrike">
                <a:solidFill>
                  <a:srgbClr val="000000"/>
                </a:solidFill>
                <a:latin typeface="Arial"/>
                <a:ea typeface="Arial"/>
                <a:cs typeface="Arial"/>
                <a:sym typeface="Arial"/>
              </a:rPr>
              <a:t>Click here to edit title</a:t>
            </a:r>
            <a:endParaRPr b="1" i="0" sz="2100" u="none" cap="none" strike="noStrike">
              <a:solidFill>
                <a:srgbClr val="000000"/>
              </a:solidFill>
              <a:latin typeface="Arial"/>
              <a:ea typeface="Arial"/>
              <a:cs typeface="Arial"/>
              <a:sym typeface="Arial"/>
            </a:endParaRPr>
          </a:p>
        </p:txBody>
      </p:sp>
      <p:sp>
        <p:nvSpPr>
          <p:cNvPr id="222" name="Google Shape;222;p7"/>
          <p:cNvSpPr txBox="1"/>
          <p:nvPr/>
        </p:nvSpPr>
        <p:spPr>
          <a:xfrm>
            <a:off x="1763100" y="948050"/>
            <a:ext cx="42462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1200"/>
              </a:spcAft>
              <a:buClr>
                <a:srgbClr val="000000"/>
              </a:buClr>
              <a:buSzPts val="1200"/>
              <a:buFont typeface="Arial"/>
              <a:buNone/>
            </a:pPr>
            <a:r>
              <a:rPr b="0" i="0" lang="en" sz="1200" u="none" cap="none" strike="noStrike">
                <a:solidFill>
                  <a:srgbClr val="000000"/>
                </a:solidFill>
                <a:latin typeface="PT Sans Narrow"/>
                <a:ea typeface="PT Sans Narrow"/>
                <a:cs typeface="PT Sans Narrow"/>
                <a:sym typeface="PT Sans Narrow"/>
              </a:rPr>
              <a:t>Click here to edit subtitle</a:t>
            </a:r>
            <a:endParaRPr b="0" i="0" sz="1200" u="none" cap="none" strike="noStrike">
              <a:solidFill>
                <a:srgbClr val="000000"/>
              </a:solidFill>
              <a:latin typeface="PT Sans Narrow"/>
              <a:ea typeface="PT Sans Narrow"/>
              <a:cs typeface="PT Sans Narrow"/>
              <a:sym typeface="PT Sans Narrow"/>
            </a:endParaRPr>
          </a:p>
        </p:txBody>
      </p:sp>
      <p:sp>
        <p:nvSpPr>
          <p:cNvPr id="223" name="Google Shape;223;p7"/>
          <p:cNvSpPr/>
          <p:nvPr>
            <p:ph idx="2" type="pic"/>
          </p:nvPr>
        </p:nvSpPr>
        <p:spPr>
          <a:xfrm>
            <a:off x="4394725" y="4961200"/>
            <a:ext cx="3035400" cy="2495700"/>
          </a:xfrm>
          <a:prstGeom prst="rect">
            <a:avLst/>
          </a:prstGeom>
          <a:noFill/>
          <a:ln cap="flat" cmpd="sng" w="19050">
            <a:solidFill>
              <a:srgbClr val="000000"/>
            </a:solidFill>
            <a:prstDash val="solid"/>
            <a:round/>
            <a:headEnd len="sm" w="sm" type="none"/>
            <a:tailEnd len="sm" w="sm" type="none"/>
          </a:ln>
        </p:spPr>
      </p:sp>
      <p:sp>
        <p:nvSpPr>
          <p:cNvPr id="224" name="Google Shape;224;p7"/>
          <p:cNvSpPr txBox="1"/>
          <p:nvPr/>
        </p:nvSpPr>
        <p:spPr>
          <a:xfrm>
            <a:off x="4326325" y="7456900"/>
            <a:ext cx="3172200" cy="285000"/>
          </a:xfrm>
          <a:prstGeom prst="rect">
            <a:avLst/>
          </a:prstGeom>
          <a:noFill/>
          <a:ln>
            <a:noFill/>
          </a:ln>
        </p:spPr>
        <p:txBody>
          <a:bodyPr anchorCtr="0" anchor="t" bIns="91425" lIns="91425" spcFirstLastPara="1" rIns="91425" wrap="square" tIns="91425">
            <a:normAutofit fontScale="62500" lnSpcReduction="20000"/>
          </a:bodyPr>
          <a:lstStyle/>
          <a:p>
            <a:pPr indent="0" lvl="0" marL="0" marR="0" rtl="0" algn="l">
              <a:lnSpc>
                <a:spcPct val="105000"/>
              </a:lnSpc>
              <a:spcBef>
                <a:spcPts val="0"/>
              </a:spcBef>
              <a:spcAft>
                <a:spcPts val="0"/>
              </a:spcAft>
              <a:buClr>
                <a:srgbClr val="000000"/>
              </a:buClr>
              <a:buSzPct val="100000"/>
              <a:buFont typeface="Arial"/>
              <a:buNone/>
            </a:pPr>
            <a:r>
              <a:rPr b="0" i="1" lang="en" sz="1100" u="none" cap="none" strike="noStrike">
                <a:solidFill>
                  <a:srgbClr val="000000"/>
                </a:solidFill>
                <a:latin typeface="Lato"/>
                <a:ea typeface="Lato"/>
                <a:cs typeface="Lato"/>
                <a:sym typeface="Lato"/>
              </a:rPr>
              <a:t>Image Alt-Text Here</a:t>
            </a:r>
            <a:endParaRPr b="0" i="1" sz="1100" u="none" cap="none" strike="noStrike">
              <a:solidFill>
                <a:srgbClr val="000000"/>
              </a:solidFill>
              <a:latin typeface="Lato"/>
              <a:ea typeface="Lato"/>
              <a:cs typeface="Lato"/>
              <a:sym typeface="Lato"/>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 NOT USE ">
  <p:cSld name="TITLE_2_1">
    <p:spTree>
      <p:nvGrpSpPr>
        <p:cNvPr id="225" name="Shape 225"/>
        <p:cNvGrpSpPr/>
        <p:nvPr/>
      </p:nvGrpSpPr>
      <p:grpSpPr>
        <a:xfrm>
          <a:off x="0" y="0"/>
          <a:ext cx="0" cy="0"/>
          <a:chOff x="0" y="0"/>
          <a:chExt cx="0" cy="0"/>
        </a:xfrm>
      </p:grpSpPr>
      <p:sp>
        <p:nvSpPr>
          <p:cNvPr id="226" name="Google Shape;226;p8"/>
          <p:cNvSpPr txBox="1"/>
          <p:nvPr/>
        </p:nvSpPr>
        <p:spPr>
          <a:xfrm>
            <a:off x="3993321" y="9367991"/>
            <a:ext cx="3693900" cy="7344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rgbClr val="FFFFFF"/>
                </a:solidFill>
                <a:latin typeface="Roboto"/>
                <a:ea typeface="Roboto"/>
                <a:cs typeface="Roboto"/>
                <a:sym typeface="Roboto"/>
              </a:rPr>
              <a:t>Source:  Lorem ipsum dolor sit amet, consectetur adipiscing elit. Duis non erat sem</a:t>
            </a:r>
            <a:endParaRPr b="0" i="0" sz="600" u="none" cap="none" strike="noStrike">
              <a:solidFill>
                <a:srgbClr val="FFFFFF"/>
              </a:solidFill>
              <a:latin typeface="Roboto"/>
              <a:ea typeface="Roboto"/>
              <a:cs typeface="Roboto"/>
              <a:sym typeface="Roboto"/>
            </a:endParaRPr>
          </a:p>
        </p:txBody>
      </p:sp>
      <p:grpSp>
        <p:nvGrpSpPr>
          <p:cNvPr id="227" name="Google Shape;227;p8"/>
          <p:cNvGrpSpPr/>
          <p:nvPr/>
        </p:nvGrpSpPr>
        <p:grpSpPr>
          <a:xfrm>
            <a:off x="-16250" y="9048087"/>
            <a:ext cx="7804900" cy="1072407"/>
            <a:chOff x="-19118" y="4617750"/>
            <a:chExt cx="9182236" cy="548378"/>
          </a:xfrm>
        </p:grpSpPr>
        <p:sp>
          <p:nvSpPr>
            <p:cNvPr id="228" name="Google Shape;228;p8"/>
            <p:cNvSpPr/>
            <p:nvPr/>
          </p:nvSpPr>
          <p:spPr>
            <a:xfrm flipH="1">
              <a:off x="19244" y="4617750"/>
              <a:ext cx="9143874" cy="548378"/>
            </a:xfrm>
            <a:custGeom>
              <a:rect b="b" l="l" r="r" t="t"/>
              <a:pathLst>
                <a:path extrusionOk="0" h="19840" w="367556">
                  <a:moveTo>
                    <a:pt x="0" y="19840"/>
                  </a:moveTo>
                  <a:lnTo>
                    <a:pt x="515" y="0"/>
                  </a:lnTo>
                  <a:lnTo>
                    <a:pt x="367556" y="11270"/>
                  </a:lnTo>
                  <a:lnTo>
                    <a:pt x="367044" y="18698"/>
                  </a:lnTo>
                  <a:close/>
                </a:path>
              </a:pathLst>
            </a:custGeom>
            <a:solidFill>
              <a:srgbClr val="4069DD"/>
            </a:solidFill>
            <a:ln>
              <a:noFill/>
            </a:ln>
          </p:spPr>
        </p:sp>
        <p:sp>
          <p:nvSpPr>
            <p:cNvPr id="229" name="Google Shape;229;p8"/>
            <p:cNvSpPr/>
            <p:nvPr/>
          </p:nvSpPr>
          <p:spPr>
            <a:xfrm flipH="1">
              <a:off x="-19118" y="4677825"/>
              <a:ext cx="4769786" cy="473975"/>
            </a:xfrm>
            <a:custGeom>
              <a:rect b="b" l="l" r="r" t="t"/>
              <a:pathLst>
                <a:path extrusionOk="0" h="18959" w="366343">
                  <a:moveTo>
                    <a:pt x="0" y="18521"/>
                  </a:moveTo>
                  <a:lnTo>
                    <a:pt x="366343" y="0"/>
                  </a:lnTo>
                  <a:lnTo>
                    <a:pt x="366052" y="18959"/>
                  </a:lnTo>
                  <a:close/>
                </a:path>
              </a:pathLst>
            </a:custGeom>
            <a:solidFill>
              <a:srgbClr val="448AFF"/>
            </a:solidFill>
            <a:ln>
              <a:noFill/>
            </a:ln>
          </p:spPr>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DO NOT USE">
  <p:cSld name="CUSTOM_1">
    <p:spTree>
      <p:nvGrpSpPr>
        <p:cNvPr id="230" name="Shape 23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64945" y="870271"/>
            <a:ext cx="7242600" cy="11199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264945" y="2253729"/>
            <a:ext cx="7242600" cy="66810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7201589" y="9119180"/>
            <a:ext cx="466500" cy="7698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9" name="Google Shape;9;p1"/>
          <p:cNvSpPr txBox="1"/>
          <p:nvPr/>
        </p:nvSpPr>
        <p:spPr>
          <a:xfrm>
            <a:off x="3247350" y="1195375"/>
            <a:ext cx="4498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45" name="Shape 45"/>
        <p:cNvGrpSpPr/>
        <p:nvPr/>
      </p:nvGrpSpPr>
      <p:grpSpPr>
        <a:xfrm>
          <a:off x="0" y="0"/>
          <a:ext cx="0" cy="0"/>
          <a:chOff x="0" y="0"/>
          <a:chExt cx="0" cy="0"/>
        </a:xfrm>
      </p:grpSpPr>
      <p:sp>
        <p:nvSpPr>
          <p:cNvPr id="46" name="Google Shape;46;p3"/>
          <p:cNvSpPr txBox="1"/>
          <p:nvPr>
            <p:ph type="title"/>
          </p:nvPr>
        </p:nvSpPr>
        <p:spPr>
          <a:xfrm>
            <a:off x="264945" y="870271"/>
            <a:ext cx="7242600" cy="11199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47" name="Google Shape;47;p3"/>
          <p:cNvSpPr txBox="1"/>
          <p:nvPr>
            <p:ph idx="1" type="body"/>
          </p:nvPr>
        </p:nvSpPr>
        <p:spPr>
          <a:xfrm>
            <a:off x="264945" y="2253729"/>
            <a:ext cx="7242600" cy="66810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48" name="Google Shape;48;p3"/>
          <p:cNvSpPr txBox="1"/>
          <p:nvPr>
            <p:ph idx="12" type="sldNum"/>
          </p:nvPr>
        </p:nvSpPr>
        <p:spPr>
          <a:xfrm>
            <a:off x="7201589" y="9119180"/>
            <a:ext cx="466500" cy="7698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49" name="Google Shape;49;p3"/>
          <p:cNvSpPr txBox="1"/>
          <p:nvPr/>
        </p:nvSpPr>
        <p:spPr>
          <a:xfrm>
            <a:off x="3247350" y="1195375"/>
            <a:ext cx="4498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10"/>
          <p:cNvSpPr txBox="1"/>
          <p:nvPr/>
        </p:nvSpPr>
        <p:spPr>
          <a:xfrm>
            <a:off x="438150" y="219275"/>
            <a:ext cx="5678700" cy="472500"/>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normAutofit/>
          </a:bodyPr>
          <a:lstStyle/>
          <a:p>
            <a:pPr indent="0" lvl="0" marL="0" marR="0" rtl="0" algn="l">
              <a:lnSpc>
                <a:spcPct val="95000"/>
              </a:lnSpc>
              <a:spcBef>
                <a:spcPts val="0"/>
              </a:spcBef>
              <a:spcAft>
                <a:spcPts val="0"/>
              </a:spcAft>
              <a:buNone/>
            </a:pPr>
            <a:r>
              <a:rPr b="1" i="0" lang="en" sz="1600" u="none" cap="none" strike="noStrike">
                <a:solidFill>
                  <a:srgbClr val="000000"/>
                </a:solidFill>
                <a:latin typeface="Arial"/>
                <a:ea typeface="Arial"/>
                <a:cs typeface="Arial"/>
                <a:sym typeface="Arial"/>
              </a:rPr>
              <a:t>New York City TLC Project Preliminary Data Summary</a:t>
            </a:r>
            <a:endParaRPr b="0" i="0" sz="1900" u="none" cap="none" strike="noStrike">
              <a:solidFill>
                <a:srgbClr val="000000"/>
              </a:solidFill>
              <a:latin typeface="Arial"/>
              <a:ea typeface="Arial"/>
              <a:cs typeface="Arial"/>
              <a:sym typeface="Arial"/>
            </a:endParaRPr>
          </a:p>
        </p:txBody>
      </p:sp>
      <p:sp>
        <p:nvSpPr>
          <p:cNvPr id="236" name="Google Shape;236;p10"/>
          <p:cNvSpPr txBox="1"/>
          <p:nvPr/>
        </p:nvSpPr>
        <p:spPr>
          <a:xfrm>
            <a:off x="432000" y="2019013"/>
            <a:ext cx="6908400" cy="11328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350"/>
              </a:spcAft>
              <a:buClr>
                <a:srgbClr val="000000"/>
              </a:buClr>
              <a:buSzPts val="1100"/>
              <a:buFont typeface="Arial"/>
              <a:buNone/>
            </a:pPr>
            <a:r>
              <a:rPr b="0" i="0" lang="en" sz="1100" u="none" cap="none" strike="noStrike">
                <a:solidFill>
                  <a:schemeClr val="dk1"/>
                </a:solidFill>
                <a:latin typeface="Arial"/>
                <a:ea typeface="Arial"/>
                <a:cs typeface="Arial"/>
                <a:sym typeface="Arial"/>
              </a:rPr>
              <a:t>The NYC Taxi &amp; Limousine Commission has contracted with Automatidata to build a regression model that predicts taxi cab fares. In this part of the project, the Automatidata data team performed a preliminary inspection of the data supplied by the NYC Taxi and Limousine Commission in order to inform the team of key data variable descriptions, and ensure the information provided is suitable for generating clear and meaningful insights.</a:t>
            </a:r>
            <a:endParaRPr b="0" i="0" sz="1100" u="none" cap="none" strike="noStrike">
              <a:solidFill>
                <a:schemeClr val="dk1"/>
              </a:solidFill>
              <a:latin typeface="Arial"/>
              <a:ea typeface="Arial"/>
              <a:cs typeface="Arial"/>
              <a:sym typeface="Arial"/>
            </a:endParaRPr>
          </a:p>
        </p:txBody>
      </p:sp>
      <p:sp>
        <p:nvSpPr>
          <p:cNvPr id="237" name="Google Shape;237;p10"/>
          <p:cNvSpPr txBox="1"/>
          <p:nvPr/>
        </p:nvSpPr>
        <p:spPr>
          <a:xfrm>
            <a:off x="288538" y="3753619"/>
            <a:ext cx="3407700" cy="2370000"/>
          </a:xfrm>
          <a:prstGeom prst="rect">
            <a:avLst/>
          </a:prstGeom>
          <a:noFill/>
          <a:ln>
            <a:noFill/>
          </a:ln>
        </p:spPr>
        <p:txBody>
          <a:bodyPr anchorCtr="0" anchor="t" bIns="91425" lIns="57150" spcFirstLastPara="1" rIns="91425" wrap="square" tIns="91425">
            <a:noAutofit/>
          </a:bodyPr>
          <a:lstStyle/>
          <a:p>
            <a:pPr indent="-298450" lvl="0" marL="457200" marR="0" rtl="0" algn="l">
              <a:lnSpc>
                <a:spcPct val="115000"/>
              </a:lnSpc>
              <a:spcBef>
                <a:spcPts val="0"/>
              </a:spcBef>
              <a:spcAft>
                <a:spcPts val="0"/>
              </a:spcAft>
              <a:buClr>
                <a:schemeClr val="dk1"/>
              </a:buClr>
              <a:buSzPts val="1100"/>
              <a:buFont typeface="Arial"/>
              <a:buChar char="●"/>
            </a:pPr>
            <a:r>
              <a:rPr b="0" i="0" lang="en" sz="1100" u="none" cap="none" strike="noStrike">
                <a:solidFill>
                  <a:schemeClr val="dk1"/>
                </a:solidFill>
                <a:latin typeface="Arial"/>
                <a:ea typeface="Arial"/>
                <a:cs typeface="Arial"/>
                <a:sym typeface="Arial"/>
              </a:rPr>
              <a:t>Explored dataset to find any unusual values.</a:t>
            </a:r>
            <a:endParaRPr/>
          </a:p>
          <a:p>
            <a:pPr indent="-298450" lvl="0" marL="457200" marR="0" rtl="0" algn="l">
              <a:lnSpc>
                <a:spcPct val="115000"/>
              </a:lnSpc>
              <a:spcBef>
                <a:spcPts val="1000"/>
              </a:spcBef>
              <a:spcAft>
                <a:spcPts val="0"/>
              </a:spcAft>
              <a:buClr>
                <a:schemeClr val="dk1"/>
              </a:buClr>
              <a:buSzPts val="1100"/>
              <a:buFont typeface="Arial"/>
              <a:buChar char="●"/>
            </a:pPr>
            <a:r>
              <a:rPr b="0" i="0" lang="en" sz="1100" u="none" cap="none" strike="noStrike">
                <a:solidFill>
                  <a:schemeClr val="dk1"/>
                </a:solidFill>
                <a:latin typeface="Arial"/>
                <a:ea typeface="Arial"/>
                <a:cs typeface="Arial"/>
                <a:sym typeface="Arial"/>
              </a:rPr>
              <a:t>Considered which variables are most useful to build predictive models (in this case: total_amount and trip_distance, which work together to depict a taxi cab ride).</a:t>
            </a:r>
            <a:endParaRPr/>
          </a:p>
          <a:p>
            <a:pPr indent="-298450" lvl="0" marL="457200" marR="0" rtl="0" algn="l">
              <a:lnSpc>
                <a:spcPct val="115000"/>
              </a:lnSpc>
              <a:spcBef>
                <a:spcPts val="1000"/>
              </a:spcBef>
              <a:spcAft>
                <a:spcPts val="0"/>
              </a:spcAft>
              <a:buClr>
                <a:schemeClr val="dk1"/>
              </a:buClr>
              <a:buSzPts val="1100"/>
              <a:buFont typeface="Arial"/>
              <a:buChar char="●"/>
            </a:pPr>
            <a:r>
              <a:rPr b="0" i="0" lang="en" sz="1100" u="none" cap="none" strike="noStrike">
                <a:solidFill>
                  <a:schemeClr val="dk1"/>
                </a:solidFill>
                <a:latin typeface="Arial"/>
                <a:ea typeface="Arial"/>
                <a:cs typeface="Arial"/>
                <a:sym typeface="Arial"/>
              </a:rPr>
              <a:t>Considered potential interactions between the two chosen variables.</a:t>
            </a:r>
            <a:endParaRPr/>
          </a:p>
          <a:p>
            <a:pPr indent="-298450" lvl="0" marL="457200" marR="0" rtl="0" algn="l">
              <a:lnSpc>
                <a:spcPct val="115000"/>
              </a:lnSpc>
              <a:spcBef>
                <a:spcPts val="1000"/>
              </a:spcBef>
              <a:spcAft>
                <a:spcPts val="0"/>
              </a:spcAft>
              <a:buClr>
                <a:schemeClr val="dk1"/>
              </a:buClr>
              <a:buSzPts val="1100"/>
              <a:buFont typeface="Arial"/>
              <a:buChar char="●"/>
            </a:pPr>
            <a:r>
              <a:rPr b="0" i="0" lang="en" sz="1100" u="none" cap="none" strike="noStrike">
                <a:solidFill>
                  <a:schemeClr val="dk1"/>
                </a:solidFill>
                <a:latin typeface="Arial"/>
                <a:ea typeface="Arial"/>
                <a:cs typeface="Arial"/>
                <a:sym typeface="Arial"/>
              </a:rPr>
              <a:t>Examined which components of the provided data will provide relevant insights.</a:t>
            </a:r>
            <a:endParaRPr/>
          </a:p>
          <a:p>
            <a:pPr indent="-298450" lvl="0" marL="457200" marR="0" rtl="0" algn="l">
              <a:lnSpc>
                <a:spcPct val="115000"/>
              </a:lnSpc>
              <a:spcBef>
                <a:spcPts val="1000"/>
              </a:spcBef>
              <a:spcAft>
                <a:spcPts val="1000"/>
              </a:spcAft>
              <a:buClr>
                <a:schemeClr val="dk1"/>
              </a:buClr>
              <a:buSzPts val="1100"/>
              <a:buFont typeface="Arial"/>
              <a:buChar char="●"/>
            </a:pPr>
            <a:r>
              <a:rPr b="0" i="0" lang="en" sz="1100" u="none" cap="none" strike="noStrike">
                <a:solidFill>
                  <a:schemeClr val="dk1"/>
                </a:solidFill>
                <a:latin typeface="Arial"/>
                <a:ea typeface="Arial"/>
                <a:cs typeface="Arial"/>
                <a:sym typeface="Arial"/>
              </a:rPr>
              <a:t>Built the groundwork for future exploratory data analysis, visualizations, and models.</a:t>
            </a:r>
            <a:endParaRPr/>
          </a:p>
        </p:txBody>
      </p:sp>
      <p:sp>
        <p:nvSpPr>
          <p:cNvPr id="238" name="Google Shape;238;p10"/>
          <p:cNvSpPr txBox="1"/>
          <p:nvPr/>
        </p:nvSpPr>
        <p:spPr>
          <a:xfrm>
            <a:off x="438150" y="7050750"/>
            <a:ext cx="3407700" cy="2255400"/>
          </a:xfrm>
          <a:prstGeom prst="rect">
            <a:avLst/>
          </a:prstGeom>
          <a:noFill/>
          <a:ln>
            <a:noFill/>
          </a:ln>
        </p:spPr>
        <p:txBody>
          <a:bodyPr anchorCtr="0" anchor="t" bIns="91425" lIns="57150" spcFirstLastPara="1" rIns="91425" wrap="square" tIns="91425">
            <a:normAutofit/>
          </a:bodyPr>
          <a:lstStyle/>
          <a:p>
            <a:pPr indent="-298450" lvl="0" marL="457200" marR="0" rtl="0" algn="l">
              <a:lnSpc>
                <a:spcPct val="135714"/>
              </a:lnSpc>
              <a:spcBef>
                <a:spcPts val="0"/>
              </a:spcBef>
              <a:spcAft>
                <a:spcPts val="0"/>
              </a:spcAft>
              <a:buClr>
                <a:schemeClr val="dk1"/>
              </a:buClr>
              <a:buSzPts val="1100"/>
              <a:buFont typeface="Arial"/>
              <a:buAutoNum type="arabicPeriod"/>
            </a:pPr>
            <a:r>
              <a:rPr b="0" i="0" lang="en" sz="1100" u="none" cap="none" strike="noStrike">
                <a:solidFill>
                  <a:schemeClr val="dk1"/>
                </a:solidFill>
                <a:latin typeface="Arial"/>
                <a:ea typeface="Arial"/>
                <a:cs typeface="Arial"/>
                <a:sym typeface="Arial"/>
              </a:rPr>
              <a:t>Conduct a complete exploratory data analysis.</a:t>
            </a:r>
            <a:endParaRPr/>
          </a:p>
          <a:p>
            <a:pPr indent="-298450" lvl="0" marL="457200" marR="0" rtl="0" algn="l">
              <a:lnSpc>
                <a:spcPct val="135714"/>
              </a:lnSpc>
              <a:spcBef>
                <a:spcPts val="0"/>
              </a:spcBef>
              <a:spcAft>
                <a:spcPts val="0"/>
              </a:spcAft>
              <a:buClr>
                <a:schemeClr val="dk1"/>
              </a:buClr>
              <a:buSzPts val="1100"/>
              <a:buFont typeface="Arial"/>
              <a:buAutoNum type="arabicPeriod"/>
            </a:pPr>
            <a:r>
              <a:rPr b="0" i="0" lang="en" sz="1100" u="none" cap="none" strike="noStrike">
                <a:solidFill>
                  <a:schemeClr val="dk1"/>
                </a:solidFill>
                <a:latin typeface="Arial"/>
                <a:ea typeface="Arial"/>
                <a:cs typeface="Arial"/>
                <a:sym typeface="Arial"/>
              </a:rPr>
              <a:t>Perform any data cleaning and data analysis steps to understand unusual variables (e.g., outliers).</a:t>
            </a:r>
            <a:endParaRPr/>
          </a:p>
          <a:p>
            <a:pPr indent="-298450" lvl="0" marL="457200" marR="0" rtl="0" algn="l">
              <a:lnSpc>
                <a:spcPct val="135714"/>
              </a:lnSpc>
              <a:spcBef>
                <a:spcPts val="0"/>
              </a:spcBef>
              <a:spcAft>
                <a:spcPts val="0"/>
              </a:spcAft>
              <a:buClr>
                <a:schemeClr val="dk1"/>
              </a:buClr>
              <a:buSzPts val="1100"/>
              <a:buFont typeface="Arial"/>
              <a:buAutoNum type="arabicPeriod"/>
            </a:pPr>
            <a:r>
              <a:rPr b="0" i="0" lang="en" sz="1100" u="none" cap="none" strike="noStrike">
                <a:solidFill>
                  <a:schemeClr val="dk1"/>
                </a:solidFill>
                <a:latin typeface="Arial"/>
                <a:ea typeface="Arial"/>
                <a:cs typeface="Arial"/>
                <a:sym typeface="Arial"/>
              </a:rPr>
              <a:t>Use descriptive statistics to learn more about the data. </a:t>
            </a:r>
            <a:endParaRPr/>
          </a:p>
          <a:p>
            <a:pPr indent="-298450" lvl="0" marL="457200" marR="0" rtl="0" algn="l">
              <a:lnSpc>
                <a:spcPct val="135714"/>
              </a:lnSpc>
              <a:spcBef>
                <a:spcPts val="0"/>
              </a:spcBef>
              <a:spcAft>
                <a:spcPts val="0"/>
              </a:spcAft>
              <a:buClr>
                <a:schemeClr val="dk1"/>
              </a:buClr>
              <a:buSzPts val="1100"/>
              <a:buFont typeface="Arial"/>
              <a:buAutoNum type="arabicPeriod"/>
            </a:pPr>
            <a:r>
              <a:rPr b="0" i="0" lang="en" sz="1100" u="none" cap="none" strike="noStrike">
                <a:solidFill>
                  <a:schemeClr val="dk1"/>
                </a:solidFill>
                <a:latin typeface="Arial"/>
                <a:ea typeface="Arial"/>
                <a:cs typeface="Arial"/>
                <a:sym typeface="Arial"/>
              </a:rPr>
              <a:t>Create and run a regression model.</a:t>
            </a:r>
            <a:endParaRPr/>
          </a:p>
          <a:p>
            <a:pPr indent="0" lvl="0" marL="0" marR="0" rtl="0" algn="l">
              <a:lnSpc>
                <a:spcPct val="100000"/>
              </a:lnSpc>
              <a:spcBef>
                <a:spcPts val="0"/>
              </a:spcBef>
              <a:spcAft>
                <a:spcPts val="1200"/>
              </a:spcAft>
              <a:buNone/>
            </a:pPr>
            <a:r>
              <a:t/>
            </a:r>
            <a:endParaRPr b="0" i="0" sz="1400" u="none" cap="none" strike="noStrike">
              <a:solidFill>
                <a:srgbClr val="000000"/>
              </a:solidFill>
              <a:latin typeface="Arial"/>
              <a:ea typeface="Arial"/>
              <a:cs typeface="Arial"/>
              <a:sym typeface="Arial"/>
            </a:endParaRPr>
          </a:p>
        </p:txBody>
      </p:sp>
      <p:sp>
        <p:nvSpPr>
          <p:cNvPr id="239" name="Google Shape;239;p10"/>
          <p:cNvSpPr txBox="1"/>
          <p:nvPr/>
        </p:nvSpPr>
        <p:spPr>
          <a:xfrm>
            <a:off x="3701450" y="3674475"/>
            <a:ext cx="3639000" cy="1877700"/>
          </a:xfrm>
          <a:prstGeom prst="rect">
            <a:avLst/>
          </a:prstGeom>
          <a:noFill/>
          <a:ln>
            <a:noFill/>
          </a:ln>
        </p:spPr>
        <p:txBody>
          <a:bodyPr anchorCtr="0" anchor="t" bIns="91425" lIns="91425" spcFirstLastPara="1" rIns="91425" wrap="square" tIns="91425">
            <a:spAutoFit/>
          </a:bodyPr>
          <a:lstStyle/>
          <a:p>
            <a:pPr indent="-298450" lvl="0" marL="457200" marR="0" rtl="0" algn="l">
              <a:lnSpc>
                <a:spcPct val="150000"/>
              </a:lnSpc>
              <a:spcBef>
                <a:spcPts val="0"/>
              </a:spcBef>
              <a:spcAft>
                <a:spcPts val="0"/>
              </a:spcAft>
              <a:buClr>
                <a:schemeClr val="dk1"/>
              </a:buClr>
              <a:buSzPts val="1100"/>
              <a:buFont typeface="Arial"/>
              <a:buChar char="●"/>
            </a:pPr>
            <a:r>
              <a:rPr b="0" i="0" lang="en" sz="1100" u="none" cap="none" strike="noStrike">
                <a:solidFill>
                  <a:schemeClr val="dk1"/>
                </a:solidFill>
                <a:latin typeface="Arial"/>
                <a:ea typeface="Arial"/>
                <a:cs typeface="Arial"/>
                <a:sym typeface="Arial"/>
              </a:rPr>
              <a:t>This dataset includes variables that should be helpful for building prediction model(s) on taxi cab ride fares. </a:t>
            </a:r>
            <a:endParaRPr b="0" i="0" sz="1100" u="none" cap="none" strike="noStrike">
              <a:solidFill>
                <a:schemeClr val="dk1"/>
              </a:solidFill>
              <a:latin typeface="Arial"/>
              <a:ea typeface="Arial"/>
              <a:cs typeface="Arial"/>
              <a:sym typeface="Arial"/>
            </a:endParaRPr>
          </a:p>
          <a:p>
            <a:pPr indent="-298450" lvl="0" marL="457200" marR="0" rtl="0" algn="l">
              <a:lnSpc>
                <a:spcPct val="150000"/>
              </a:lnSpc>
              <a:spcBef>
                <a:spcPts val="0"/>
              </a:spcBef>
              <a:spcAft>
                <a:spcPts val="0"/>
              </a:spcAft>
              <a:buClr>
                <a:schemeClr val="dk1"/>
              </a:buClr>
              <a:buSzPts val="1100"/>
              <a:buFont typeface="Arial"/>
              <a:buChar char="●"/>
            </a:pPr>
            <a:r>
              <a:rPr b="0" i="0" lang="en" sz="1100" u="none" cap="none" strike="noStrike">
                <a:solidFill>
                  <a:schemeClr val="dk1"/>
                </a:solidFill>
                <a:latin typeface="Arial"/>
                <a:ea typeface="Arial"/>
                <a:cs typeface="Arial"/>
                <a:sym typeface="Arial"/>
              </a:rPr>
              <a:t>The identified unusual values are trips that are a short distance but have high charges associated with them, as shown in the total_amount variable. Reference screenshots:</a:t>
            </a:r>
            <a:endParaRPr b="0" i="0" sz="1100" u="none" cap="none" strike="noStrike">
              <a:solidFill>
                <a:schemeClr val="dk1"/>
              </a:solidFill>
              <a:latin typeface="Arial"/>
              <a:ea typeface="Arial"/>
              <a:cs typeface="Arial"/>
              <a:sym typeface="Arial"/>
            </a:endParaRPr>
          </a:p>
        </p:txBody>
      </p:sp>
      <p:sp>
        <p:nvSpPr>
          <p:cNvPr id="240" name="Google Shape;240;p10"/>
          <p:cNvSpPr txBox="1"/>
          <p:nvPr/>
        </p:nvSpPr>
        <p:spPr>
          <a:xfrm>
            <a:off x="4051263" y="5448175"/>
            <a:ext cx="3000000" cy="337800"/>
          </a:xfrm>
          <a:prstGeom prst="rect">
            <a:avLst/>
          </a:prstGeom>
          <a:noFill/>
          <a:ln>
            <a:noFill/>
          </a:ln>
        </p:spPr>
        <p:txBody>
          <a:bodyPr anchorCtr="0" anchor="t" bIns="91425" lIns="91425" spcFirstLastPara="1" rIns="91425" wrap="square" tIns="91425">
            <a:spAutoFit/>
          </a:bodyPr>
          <a:lstStyle/>
          <a:p>
            <a:pPr indent="0" lvl="0" marL="0" marR="0" rtl="0" algn="ctr">
              <a:lnSpc>
                <a:spcPct val="85000"/>
              </a:lnSpc>
              <a:spcBef>
                <a:spcPts val="0"/>
              </a:spcBef>
              <a:spcAft>
                <a:spcPts val="0"/>
              </a:spcAft>
              <a:buClr>
                <a:srgbClr val="000000"/>
              </a:buClr>
              <a:buSzPts val="1170"/>
              <a:buFont typeface="Arial"/>
              <a:buNone/>
            </a:pPr>
            <a:r>
              <a:rPr b="1" i="1" lang="en" sz="1170" u="none" cap="none" strike="noStrike">
                <a:solidFill>
                  <a:srgbClr val="000000"/>
                </a:solidFill>
                <a:latin typeface="Arial"/>
                <a:ea typeface="Arial"/>
                <a:cs typeface="Arial"/>
                <a:sym typeface="Arial"/>
              </a:rPr>
              <a:t>Total_amount variable </a:t>
            </a:r>
            <a:endParaRPr b="1" i="0" sz="1400" u="none" cap="none" strike="noStrike">
              <a:solidFill>
                <a:srgbClr val="000000"/>
              </a:solidFill>
              <a:latin typeface="Arial"/>
              <a:ea typeface="Arial"/>
              <a:cs typeface="Arial"/>
              <a:sym typeface="Arial"/>
            </a:endParaRPr>
          </a:p>
        </p:txBody>
      </p:sp>
      <p:sp>
        <p:nvSpPr>
          <p:cNvPr id="241" name="Google Shape;241;p10"/>
          <p:cNvSpPr txBox="1"/>
          <p:nvPr/>
        </p:nvSpPr>
        <p:spPr>
          <a:xfrm>
            <a:off x="3701450" y="3674475"/>
            <a:ext cx="3639000" cy="1877700"/>
          </a:xfrm>
          <a:prstGeom prst="rect">
            <a:avLst/>
          </a:prstGeom>
          <a:noFill/>
          <a:ln>
            <a:noFill/>
          </a:ln>
        </p:spPr>
        <p:txBody>
          <a:bodyPr anchorCtr="0" anchor="t" bIns="91425" lIns="91425" spcFirstLastPara="1" rIns="91425" wrap="square" tIns="91425">
            <a:spAutoFit/>
          </a:bodyPr>
          <a:lstStyle/>
          <a:p>
            <a:pPr indent="-298450" lvl="0" marL="457200" marR="0" rtl="0" algn="l">
              <a:lnSpc>
                <a:spcPct val="150000"/>
              </a:lnSpc>
              <a:spcBef>
                <a:spcPts val="0"/>
              </a:spcBef>
              <a:spcAft>
                <a:spcPts val="0"/>
              </a:spcAft>
              <a:buClr>
                <a:srgbClr val="000000"/>
              </a:buClr>
              <a:buSzPts val="1100"/>
              <a:buFont typeface="Arial"/>
              <a:buChar char="●"/>
            </a:pPr>
            <a:r>
              <a:rPr b="0" i="0" lang="en" sz="1100" u="none" cap="none" strike="noStrike">
                <a:solidFill>
                  <a:srgbClr val="000000"/>
                </a:solidFill>
                <a:latin typeface="Arial"/>
                <a:ea typeface="Arial"/>
                <a:cs typeface="Arial"/>
                <a:sym typeface="Arial"/>
              </a:rPr>
              <a:t>This dataset includes variables that should be helpful for building prediction model(s) on taxi cab ride fares. </a:t>
            </a:r>
            <a:endParaRPr b="0" i="0" sz="1100" u="none" cap="none" strike="noStrike">
              <a:solidFill>
                <a:srgbClr val="000000"/>
              </a:solidFill>
              <a:latin typeface="Arial"/>
              <a:ea typeface="Arial"/>
              <a:cs typeface="Arial"/>
              <a:sym typeface="Arial"/>
            </a:endParaRPr>
          </a:p>
          <a:p>
            <a:pPr indent="-298450" lvl="0" marL="457200" marR="0" rtl="0" algn="l">
              <a:lnSpc>
                <a:spcPct val="150000"/>
              </a:lnSpc>
              <a:spcBef>
                <a:spcPts val="0"/>
              </a:spcBef>
              <a:spcAft>
                <a:spcPts val="0"/>
              </a:spcAft>
              <a:buClr>
                <a:srgbClr val="000000"/>
              </a:buClr>
              <a:buSzPts val="1100"/>
              <a:buFont typeface="Arial"/>
              <a:buChar char="●"/>
            </a:pPr>
            <a:r>
              <a:rPr b="0" i="0" lang="en" sz="1100" u="none" cap="none" strike="noStrike">
                <a:solidFill>
                  <a:srgbClr val="000000"/>
                </a:solidFill>
                <a:latin typeface="Arial"/>
                <a:ea typeface="Arial"/>
                <a:cs typeface="Arial"/>
                <a:sym typeface="Arial"/>
              </a:rPr>
              <a:t>The identified unusual values are trips that are a short distance but have high charges associated with them, as shown in the total_amount variable. Reference screenshots:</a:t>
            </a:r>
            <a:endParaRPr b="0" i="0" sz="1100" u="none" cap="none" strike="noStrike">
              <a:solidFill>
                <a:srgbClr val="000000"/>
              </a:solidFill>
              <a:latin typeface="Arial"/>
              <a:ea typeface="Arial"/>
              <a:cs typeface="Arial"/>
              <a:sym typeface="Arial"/>
            </a:endParaRPr>
          </a:p>
        </p:txBody>
      </p:sp>
      <p:sp>
        <p:nvSpPr>
          <p:cNvPr id="242" name="Google Shape;242;p10"/>
          <p:cNvSpPr txBox="1"/>
          <p:nvPr/>
        </p:nvSpPr>
        <p:spPr>
          <a:xfrm>
            <a:off x="4051275" y="9304325"/>
            <a:ext cx="3219000" cy="620400"/>
          </a:xfrm>
          <a:prstGeom prst="rect">
            <a:avLst/>
          </a:prstGeom>
          <a:noFill/>
          <a:ln>
            <a:noFill/>
          </a:ln>
        </p:spPr>
        <p:txBody>
          <a:bodyPr anchorCtr="0" anchor="t" bIns="91425" lIns="91425" spcFirstLastPara="1" rIns="91425" wrap="square" tIns="91425">
            <a:noAutofit/>
          </a:bodyPr>
          <a:lstStyle/>
          <a:p>
            <a:pPr indent="0" lvl="0" marL="0" rtl="0" algn="ctr">
              <a:lnSpc>
                <a:spcPct val="85000"/>
              </a:lnSpc>
              <a:spcBef>
                <a:spcPts val="0"/>
              </a:spcBef>
              <a:spcAft>
                <a:spcPts val="0"/>
              </a:spcAft>
              <a:buNone/>
            </a:pPr>
            <a:r>
              <a:rPr i="1" lang="en" sz="1000">
                <a:solidFill>
                  <a:srgbClr val="000000"/>
                </a:solidFill>
              </a:rPr>
              <a:t>[Alt-text] The total_amount variable indicates the necessity of further analyzing outlier variables.</a:t>
            </a:r>
            <a:endParaRPr i="1" sz="1100">
              <a:solidFill>
                <a:srgbClr val="595959"/>
              </a:solidFill>
            </a:endParaRPr>
          </a:p>
        </p:txBody>
      </p:sp>
      <p:pic>
        <p:nvPicPr>
          <p:cNvPr id="243" name="Google Shape;243;p10"/>
          <p:cNvPicPr preferRelativeResize="0"/>
          <p:nvPr/>
        </p:nvPicPr>
        <p:blipFill rotWithShape="1">
          <a:blip r:embed="rId3">
            <a:alphaModFix/>
          </a:blip>
          <a:srcRect b="0" l="0" r="0" t="0"/>
          <a:stretch/>
        </p:blipFill>
        <p:spPr>
          <a:xfrm>
            <a:off x="4465575" y="5695575"/>
            <a:ext cx="876200" cy="3593225"/>
          </a:xfrm>
          <a:prstGeom prst="rect">
            <a:avLst/>
          </a:prstGeom>
          <a:noFill/>
          <a:ln>
            <a:noFill/>
          </a:ln>
        </p:spPr>
      </p:pic>
      <p:pic>
        <p:nvPicPr>
          <p:cNvPr id="244" name="Google Shape;244;p10"/>
          <p:cNvPicPr preferRelativeResize="0"/>
          <p:nvPr/>
        </p:nvPicPr>
        <p:blipFill rotWithShape="1">
          <a:blip r:embed="rId4">
            <a:alphaModFix/>
          </a:blip>
          <a:srcRect b="0" l="0" r="0" t="0"/>
          <a:stretch/>
        </p:blipFill>
        <p:spPr>
          <a:xfrm>
            <a:off x="5504300" y="5695575"/>
            <a:ext cx="737276" cy="3593225"/>
          </a:xfrm>
          <a:prstGeom prst="rect">
            <a:avLst/>
          </a:prstGeom>
          <a:noFill/>
          <a:ln>
            <a:noFill/>
          </a:ln>
        </p:spPr>
      </p:pic>
      <p:sp>
        <p:nvSpPr>
          <p:cNvPr id="245" name="Google Shape;245;p10"/>
          <p:cNvSpPr txBox="1"/>
          <p:nvPr/>
        </p:nvSpPr>
        <p:spPr>
          <a:xfrm>
            <a:off x="432000" y="691775"/>
            <a:ext cx="3890100" cy="58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200">
                <a:solidFill>
                  <a:srgbClr val="000000"/>
                </a:solidFill>
                <a:latin typeface="PT Sans Narrow"/>
                <a:ea typeface="PT Sans Narrow"/>
                <a:cs typeface="PT Sans Narrow"/>
                <a:sym typeface="PT Sans Narrow"/>
              </a:rPr>
              <a:t>Executive summary report</a:t>
            </a:r>
            <a:endParaRPr b="1" sz="1200">
              <a:solidFill>
                <a:srgbClr val="000000"/>
              </a:solidFill>
              <a:latin typeface="PT Sans Narrow"/>
              <a:ea typeface="PT Sans Narrow"/>
              <a:cs typeface="PT Sans Narrow"/>
              <a:sym typeface="PT Sans Narrow"/>
            </a:endParaRPr>
          </a:p>
          <a:p>
            <a:pPr indent="0" lvl="0" marL="0" rtl="0" algn="l">
              <a:lnSpc>
                <a:spcPct val="115000"/>
              </a:lnSpc>
              <a:spcBef>
                <a:spcPts val="0"/>
              </a:spcBef>
              <a:spcAft>
                <a:spcPts val="0"/>
              </a:spcAft>
              <a:buNone/>
            </a:pPr>
            <a:r>
              <a:rPr lang="en" sz="1200">
                <a:solidFill>
                  <a:srgbClr val="000000"/>
                </a:solidFill>
                <a:latin typeface="PT Sans Narrow"/>
                <a:ea typeface="PT Sans Narrow"/>
                <a:cs typeface="PT Sans Narrow"/>
                <a:sym typeface="PT Sans Narrow"/>
              </a:rPr>
              <a:t>Commission Prepared by </a:t>
            </a:r>
            <a:r>
              <a:rPr b="1" lang="en" sz="1200">
                <a:solidFill>
                  <a:srgbClr val="000000"/>
                </a:solidFill>
                <a:latin typeface="PT Sans Narrow"/>
                <a:ea typeface="PT Sans Narrow"/>
                <a:cs typeface="PT Sans Narrow"/>
                <a:sym typeface="PT Sans Narrow"/>
              </a:rPr>
              <a:t>Automatidata</a:t>
            </a:r>
            <a:endParaRPr b="1" sz="1200">
              <a:solidFill>
                <a:srgbClr val="000000"/>
              </a:solidFill>
              <a:latin typeface="PT Sans Narrow"/>
              <a:ea typeface="PT Sans Narrow"/>
              <a:cs typeface="PT Sans Narrow"/>
              <a:sym typeface="PT Sans Narrow"/>
            </a:endParaRPr>
          </a:p>
        </p:txBody>
      </p:sp>
      <p:pic>
        <p:nvPicPr>
          <p:cNvPr id="246" name="Google Shape;246;p10"/>
          <p:cNvPicPr preferRelativeResize="0"/>
          <p:nvPr/>
        </p:nvPicPr>
        <p:blipFill rotWithShape="1">
          <a:blip r:embed="rId5">
            <a:alphaModFix/>
          </a:blip>
          <a:srcRect b="0" l="13586" r="16090" t="0"/>
          <a:stretch/>
        </p:blipFill>
        <p:spPr>
          <a:xfrm>
            <a:off x="5860550" y="0"/>
            <a:ext cx="1689173" cy="11328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