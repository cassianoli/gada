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Lst>
  <p:sldSz cy="10058400" cx="7772400"/>
  <p:notesSz cx="6858000" cy="9144000"/>
  <p:embeddedFontLst>
    <p:embeddedFont>
      <p:font typeface="Roboto"/>
      <p:regular r:id="rId8"/>
      <p:bold r:id="rId9"/>
      <p:italic r:id="rId10"/>
      <p:boldItalic r:id="rId11"/>
    </p:embeddedFont>
    <p:embeddedFont>
      <p:font typeface="PT Sans Narrow"/>
      <p:regular r:id="rId12"/>
      <p:bold r:id="rId13"/>
    </p:embeddedFont>
    <p:embeddedFont>
      <p:font typeface="Lato"/>
      <p:regular r:id="rId14"/>
      <p:bold r:id="rId15"/>
      <p:italic r:id="rId16"/>
      <p:boldItalic r:id="rId17"/>
    </p:embeddedFont>
    <p:embeddedFont>
      <p:font typeface="Work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WorkSans-italic.fntdata"/><Relationship Id="rId11" Type="http://schemas.openxmlformats.org/officeDocument/2006/relationships/font" Target="fonts/Roboto-boldItalic.fntdata"/><Relationship Id="rId10" Type="http://schemas.openxmlformats.org/officeDocument/2006/relationships/font" Target="fonts/Roboto-italic.fntdata"/><Relationship Id="rId21" Type="http://schemas.openxmlformats.org/officeDocument/2006/relationships/font" Target="fonts/WorkSans-boldItalic.fntdata"/><Relationship Id="rId13" Type="http://schemas.openxmlformats.org/officeDocument/2006/relationships/font" Target="fonts/PTSansNarrow-bold.fntdata"/><Relationship Id="rId12" Type="http://schemas.openxmlformats.org/officeDocument/2006/relationships/font" Target="fonts/PTSansNarrow-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Lato-bold.fntdata"/><Relationship Id="rId14" Type="http://schemas.openxmlformats.org/officeDocument/2006/relationships/font" Target="fonts/Lato-regular.fntdata"/><Relationship Id="rId17" Type="http://schemas.openxmlformats.org/officeDocument/2006/relationships/font" Target="fonts/Lato-boldItalic.fntdata"/><Relationship Id="rId16" Type="http://schemas.openxmlformats.org/officeDocument/2006/relationships/font" Target="fonts/Lato-italic.fntdata"/><Relationship Id="rId5" Type="http://schemas.openxmlformats.org/officeDocument/2006/relationships/slideMaster" Target="slideMasters/slideMaster2.xml"/><Relationship Id="rId19" Type="http://schemas.openxmlformats.org/officeDocument/2006/relationships/font" Target="fonts/WorkSans-bold.fntdata"/><Relationship Id="rId6" Type="http://schemas.openxmlformats.org/officeDocument/2006/relationships/notesMaster" Target="notesMasters/notesMaster1.xml"/><Relationship Id="rId18" Type="http://schemas.openxmlformats.org/officeDocument/2006/relationships/font" Target="fonts/WorkSans-regular.fntdata"/><Relationship Id="rId7" Type="http://schemas.openxmlformats.org/officeDocument/2006/relationships/slide" Target="slides/slide1.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notes"/>
          <p:cNvSpPr/>
          <p:nvPr>
            <p:ph idx="2" type="sldImg"/>
          </p:nvPr>
        </p:nvSpPr>
        <p:spPr>
          <a:xfrm>
            <a:off x="2105025" y="685800"/>
            <a:ext cx="264953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 name="Google Shape;38;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 name="Google Shape;39;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0" name="Google Shape;40;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41" name="Google Shape;41;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4" name="Google Shape;44;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5" name="Google Shape;45;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46" name="Google Shape;46;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cxnSp>
        <p:nvCxnSpPr>
          <p:cNvPr id="47" name="Google Shape;47;p2"/>
          <p:cNvCxnSpPr>
            <a:stCxn id="37"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48" name="Google Shape;48;p2"/>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1" name="Google Shape;51;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4" name="Google Shape;54;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57" name="Google Shape;57;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58" name="Google Shape;58;p2"/>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Key Insights </a:t>
            </a:r>
            <a:endParaRPr b="0" i="0" sz="1900" u="none" cap="none" strike="noStrike">
              <a:solidFill>
                <a:srgbClr val="EEEEEE"/>
              </a:solidFill>
              <a:latin typeface="Arial"/>
              <a:ea typeface="Arial"/>
              <a:cs typeface="Arial"/>
              <a:sym typeface="Arial"/>
            </a:endParaRPr>
          </a:p>
        </p:txBody>
      </p:sp>
      <p:sp>
        <p:nvSpPr>
          <p:cNvPr id="59" name="Google Shape;59;p2"/>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Details </a:t>
            </a:r>
            <a:endParaRPr b="0" i="0" sz="1900" u="none" cap="none" strike="noStrike">
              <a:solidFill>
                <a:srgbClr val="EEEEEE"/>
              </a:solidFill>
              <a:latin typeface="Arial"/>
              <a:ea typeface="Arial"/>
              <a:cs typeface="Arial"/>
              <a:sym typeface="Arial"/>
            </a:endParaRPr>
          </a:p>
        </p:txBody>
      </p:sp>
      <p:sp>
        <p:nvSpPr>
          <p:cNvPr id="60" name="Google Shape;60;p2"/>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Next Steps </a:t>
            </a:r>
            <a:endParaRPr b="0" i="0" sz="1900" u="none" cap="none" strike="noStrike">
              <a:solidFill>
                <a:srgbClr val="EEEEEE"/>
              </a:solidFill>
              <a:latin typeface="Arial"/>
              <a:ea typeface="Arial"/>
              <a:cs typeface="Arial"/>
              <a:sym typeface="Arial"/>
            </a:endParaRPr>
          </a:p>
        </p:txBody>
      </p:sp>
      <p:sp>
        <p:nvSpPr>
          <p:cNvPr id="61" name="Google Shape;61;p2"/>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62" name="Shape 62"/>
        <p:cNvGrpSpPr/>
        <p:nvPr/>
      </p:nvGrpSpPr>
      <p:grpSpPr>
        <a:xfrm>
          <a:off x="0" y="0"/>
          <a:ext cx="0" cy="0"/>
          <a:chOff x="0" y="0"/>
          <a:chExt cx="0" cy="0"/>
        </a:xfrm>
      </p:grpSpPr>
      <p:cxnSp>
        <p:nvCxnSpPr>
          <p:cNvPr id="63" name="Google Shape;63;p3"/>
          <p:cNvCxnSpPr>
            <a:stCxn id="64" idx="1"/>
          </p:cNvCxnSpPr>
          <p:nvPr/>
        </p:nvCxnSpPr>
        <p:spPr>
          <a:xfrm>
            <a:off x="3033473" y="937660"/>
            <a:ext cx="15900" cy="6568200"/>
          </a:xfrm>
          <a:prstGeom prst="straightConnector1">
            <a:avLst/>
          </a:prstGeom>
          <a:noFill/>
          <a:ln cap="flat" cmpd="sng" w="9525">
            <a:solidFill>
              <a:srgbClr val="CCCCCC"/>
            </a:solidFill>
            <a:prstDash val="solid"/>
            <a:round/>
            <a:headEnd len="sm" w="sm" type="none"/>
            <a:tailEnd len="sm" w="sm" type="none"/>
          </a:ln>
        </p:spPr>
      </p:cxnSp>
      <p:grpSp>
        <p:nvGrpSpPr>
          <p:cNvPr id="65" name="Google Shape;65;p3"/>
          <p:cNvGrpSpPr/>
          <p:nvPr/>
        </p:nvGrpSpPr>
        <p:grpSpPr>
          <a:xfrm>
            <a:off x="190320" y="900657"/>
            <a:ext cx="7581691" cy="5901"/>
            <a:chOff x="1890075" y="5241175"/>
            <a:chExt cx="4240556" cy="257700"/>
          </a:xfrm>
        </p:grpSpPr>
        <p:sp>
          <p:nvSpPr>
            <p:cNvPr id="66" name="Google Shape;66;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7" name="Google Shape;67;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8" name="Google Shape;68;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9" name="Google Shape;69;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0" name="Google Shape;70;p3"/>
          <p:cNvGrpSpPr/>
          <p:nvPr/>
        </p:nvGrpSpPr>
        <p:grpSpPr>
          <a:xfrm>
            <a:off x="190320" y="931759"/>
            <a:ext cx="7581691" cy="5901"/>
            <a:chOff x="1890075" y="5241175"/>
            <a:chExt cx="4240556" cy="257700"/>
          </a:xfrm>
        </p:grpSpPr>
        <p:sp>
          <p:nvSpPr>
            <p:cNvPr id="71" name="Google Shape;71;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2" name="Google Shape;72;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3" name="Google Shape;73;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4" name="Google Shape;74;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75" name="Google Shape;75;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76" name="Google Shape;76;p3"/>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77" name="Google Shape;77;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78" name="Google Shape;78;p3"/>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9" name="Google Shape;79;p3"/>
          <p:cNvGrpSpPr/>
          <p:nvPr/>
        </p:nvGrpSpPr>
        <p:grpSpPr>
          <a:xfrm>
            <a:off x="190320" y="900657"/>
            <a:ext cx="7581691" cy="5901"/>
            <a:chOff x="1890075" y="5241175"/>
            <a:chExt cx="4240556" cy="257700"/>
          </a:xfrm>
        </p:grpSpPr>
        <p:sp>
          <p:nvSpPr>
            <p:cNvPr id="80" name="Google Shape;80;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1" name="Google Shape;81;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2" name="Google Shape;82;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3" name="Google Shape;83;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84" name="Google Shape;84;p3"/>
          <p:cNvGrpSpPr/>
          <p:nvPr/>
        </p:nvGrpSpPr>
        <p:grpSpPr>
          <a:xfrm>
            <a:off x="190320" y="931759"/>
            <a:ext cx="7581691" cy="5901"/>
            <a:chOff x="1890075" y="5241175"/>
            <a:chExt cx="4240556" cy="257700"/>
          </a:xfrm>
        </p:grpSpPr>
        <p:sp>
          <p:nvSpPr>
            <p:cNvPr id="85" name="Google Shape;85;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64" name="Google Shape;64;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6" name="Google Shape;86;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87" name="Google Shape;87;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88" name="Google Shape;88;p3"/>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89" name="Google Shape;89;p3"/>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90" name="Google Shape;90;p3"/>
          <p:cNvGrpSpPr/>
          <p:nvPr/>
        </p:nvGrpSpPr>
        <p:grpSpPr>
          <a:xfrm>
            <a:off x="172024" y="1040825"/>
            <a:ext cx="137818" cy="187200"/>
            <a:chOff x="507100" y="1997600"/>
            <a:chExt cx="158375" cy="187200"/>
          </a:xfrm>
        </p:grpSpPr>
        <p:sp>
          <p:nvSpPr>
            <p:cNvPr id="91" name="Google Shape;91;p3"/>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3"/>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94" name="Google Shape;94;p3"/>
          <p:cNvGrpSpPr/>
          <p:nvPr/>
        </p:nvGrpSpPr>
        <p:grpSpPr>
          <a:xfrm>
            <a:off x="190349" y="2907725"/>
            <a:ext cx="137818" cy="187200"/>
            <a:chOff x="507100" y="1540400"/>
            <a:chExt cx="158375" cy="187200"/>
          </a:xfrm>
        </p:grpSpPr>
        <p:sp>
          <p:nvSpPr>
            <p:cNvPr id="95" name="Google Shape;95;p3"/>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p3"/>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98" name="Google Shape;98;p3"/>
          <p:cNvGrpSpPr/>
          <p:nvPr/>
        </p:nvGrpSpPr>
        <p:grpSpPr>
          <a:xfrm>
            <a:off x="172024" y="5506200"/>
            <a:ext cx="137818" cy="187200"/>
            <a:chOff x="507100" y="1997600"/>
            <a:chExt cx="158375" cy="187200"/>
          </a:xfrm>
        </p:grpSpPr>
        <p:sp>
          <p:nvSpPr>
            <p:cNvPr id="99" name="Google Shape;99;p3"/>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 name="Google Shape;101;p3"/>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02" name="Google Shape;102;p3"/>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grpSp>
        <p:nvGrpSpPr>
          <p:cNvPr id="103" name="Google Shape;103;p3"/>
          <p:cNvGrpSpPr/>
          <p:nvPr/>
        </p:nvGrpSpPr>
        <p:grpSpPr>
          <a:xfrm>
            <a:off x="172024" y="7607808"/>
            <a:ext cx="137818" cy="187200"/>
            <a:chOff x="507100" y="1997600"/>
            <a:chExt cx="158375" cy="187200"/>
          </a:xfrm>
        </p:grpSpPr>
        <p:sp>
          <p:nvSpPr>
            <p:cNvPr id="104" name="Google Shape;104;p3"/>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 name="Google Shape;106;p3"/>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07" name="Shape 107"/>
        <p:cNvGrpSpPr/>
        <p:nvPr/>
      </p:nvGrpSpPr>
      <p:grpSpPr>
        <a:xfrm>
          <a:off x="0" y="0"/>
          <a:ext cx="0" cy="0"/>
          <a:chOff x="0" y="0"/>
          <a:chExt cx="0" cy="0"/>
        </a:xfrm>
      </p:grpSpPr>
      <p:cxnSp>
        <p:nvCxnSpPr>
          <p:cNvPr id="108" name="Google Shape;108;p4"/>
          <p:cNvCxnSpPr/>
          <p:nvPr/>
        </p:nvCxnSpPr>
        <p:spPr>
          <a:xfrm>
            <a:off x="400175" y="1369975"/>
            <a:ext cx="0" cy="8693100"/>
          </a:xfrm>
          <a:prstGeom prst="straightConnector1">
            <a:avLst/>
          </a:prstGeom>
          <a:noFill/>
          <a:ln cap="flat" cmpd="sng" w="9525">
            <a:solidFill>
              <a:srgbClr val="B7B7B7"/>
            </a:solidFill>
            <a:prstDash val="solid"/>
            <a:round/>
            <a:headEnd len="sm" w="sm" type="none"/>
            <a:tailEnd len="sm" w="sm" type="none"/>
          </a:ln>
        </p:spPr>
      </p:cxnSp>
      <p:grpSp>
        <p:nvGrpSpPr>
          <p:cNvPr id="109" name="Google Shape;109;p4"/>
          <p:cNvGrpSpPr/>
          <p:nvPr/>
        </p:nvGrpSpPr>
        <p:grpSpPr>
          <a:xfrm>
            <a:off x="404725" y="1300475"/>
            <a:ext cx="6908400" cy="72025"/>
            <a:chOff x="404725" y="1681475"/>
            <a:chExt cx="6908400" cy="72025"/>
          </a:xfrm>
        </p:grpSpPr>
        <p:cxnSp>
          <p:nvCxnSpPr>
            <p:cNvPr id="110" name="Google Shape;110;p4"/>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11" name="Google Shape;111;p4"/>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12" name="Google Shape;112;p4"/>
          <p:cNvCxnSpPr/>
          <p:nvPr/>
        </p:nvCxnSpPr>
        <p:spPr>
          <a:xfrm>
            <a:off x="7324850" y="1360450"/>
            <a:ext cx="0" cy="8731200"/>
          </a:xfrm>
          <a:prstGeom prst="straightConnector1">
            <a:avLst/>
          </a:prstGeom>
          <a:noFill/>
          <a:ln cap="flat" cmpd="sng" w="9525">
            <a:solidFill>
              <a:srgbClr val="B7B7B7"/>
            </a:solidFill>
            <a:prstDash val="solid"/>
            <a:round/>
            <a:headEnd len="sm" w="sm" type="none"/>
            <a:tailEnd len="sm" w="sm" type="none"/>
          </a:ln>
        </p:spPr>
      </p:cxnSp>
      <p:cxnSp>
        <p:nvCxnSpPr>
          <p:cNvPr id="113" name="Google Shape;113;p4"/>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114" name="Google Shape;114;p4"/>
          <p:cNvCxnSpPr/>
          <p:nvPr/>
        </p:nvCxnSpPr>
        <p:spPr>
          <a:xfrm>
            <a:off x="3861475" y="3505200"/>
            <a:ext cx="0" cy="6576900"/>
          </a:xfrm>
          <a:prstGeom prst="straightConnector1">
            <a:avLst/>
          </a:prstGeom>
          <a:noFill/>
          <a:ln cap="flat" cmpd="sng" w="9525">
            <a:solidFill>
              <a:srgbClr val="B7B7B7"/>
            </a:solidFill>
            <a:prstDash val="solid"/>
            <a:round/>
            <a:headEnd len="sm" w="sm" type="none"/>
            <a:tailEnd len="sm" w="sm" type="none"/>
          </a:ln>
        </p:spPr>
      </p:cxnSp>
      <p:grpSp>
        <p:nvGrpSpPr>
          <p:cNvPr id="115" name="Google Shape;115;p4"/>
          <p:cNvGrpSpPr/>
          <p:nvPr/>
        </p:nvGrpSpPr>
        <p:grpSpPr>
          <a:xfrm>
            <a:off x="417975" y="1504250"/>
            <a:ext cx="2357775" cy="410125"/>
            <a:chOff x="417975" y="1885250"/>
            <a:chExt cx="2357775" cy="410125"/>
          </a:xfrm>
        </p:grpSpPr>
        <p:sp>
          <p:nvSpPr>
            <p:cNvPr id="116" name="Google Shape;116;p4"/>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 name="Google Shape;120;p4"/>
          <p:cNvGrpSpPr/>
          <p:nvPr/>
        </p:nvGrpSpPr>
        <p:grpSpPr>
          <a:xfrm>
            <a:off x="417975" y="3276600"/>
            <a:ext cx="2357775" cy="410125"/>
            <a:chOff x="265575" y="3352800"/>
            <a:chExt cx="2357775" cy="410125"/>
          </a:xfrm>
        </p:grpSpPr>
        <p:sp>
          <p:nvSpPr>
            <p:cNvPr id="121" name="Google Shape;121;p4"/>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4"/>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 name="Google Shape;125;p4"/>
          <p:cNvGrpSpPr/>
          <p:nvPr/>
        </p:nvGrpSpPr>
        <p:grpSpPr>
          <a:xfrm>
            <a:off x="3872044" y="3276600"/>
            <a:ext cx="2747987" cy="410125"/>
            <a:chOff x="3567313" y="3200400"/>
            <a:chExt cx="2357775" cy="410125"/>
          </a:xfrm>
        </p:grpSpPr>
        <p:sp>
          <p:nvSpPr>
            <p:cNvPr id="126" name="Google Shape;126;p4"/>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 name="Google Shape;130;p4"/>
          <p:cNvGrpSpPr/>
          <p:nvPr/>
        </p:nvGrpSpPr>
        <p:grpSpPr>
          <a:xfrm>
            <a:off x="417963" y="6597750"/>
            <a:ext cx="2357775" cy="410125"/>
            <a:chOff x="-39237" y="6140550"/>
            <a:chExt cx="2357775" cy="410125"/>
          </a:xfrm>
        </p:grpSpPr>
        <p:sp>
          <p:nvSpPr>
            <p:cNvPr id="131" name="Google Shape;131;p4"/>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4"/>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 name="Google Shape;135;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136" name="Google Shape;136;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137" name="Google Shape;137;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138" name="Google Shape;138;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139" name="Google Shape;139;p4"/>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140" name="Google Shape;140;p4"/>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l">
              <a:lnSpc>
                <a:spcPct val="115000"/>
              </a:lnSpc>
              <a:spcBef>
                <a:spcPts val="0"/>
              </a:spcBef>
              <a:spcAft>
                <a:spcPts val="1200"/>
              </a:spcAft>
              <a:buClr>
                <a:srgbClr val="000000"/>
              </a:buClr>
              <a:buSzPct val="100000"/>
              <a:buFont typeface="Arial"/>
              <a:buNone/>
            </a:pPr>
            <a:r>
              <a:t/>
            </a:r>
            <a:endParaRPr b="0" i="1" sz="1100" u="none" cap="none" strike="noStrike">
              <a:solidFill>
                <a:srgbClr val="595959"/>
              </a:solidFill>
              <a:latin typeface="Arial"/>
              <a:ea typeface="Arial"/>
              <a:cs typeface="Arial"/>
              <a:sym typeface="Arial"/>
            </a:endParaRPr>
          </a:p>
        </p:txBody>
      </p:sp>
      <p:sp>
        <p:nvSpPr>
          <p:cNvPr id="141" name="Google Shape;141;p4"/>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42" name="Shape 142"/>
        <p:cNvGrpSpPr/>
        <p:nvPr/>
      </p:nvGrpSpPr>
      <p:grpSpPr>
        <a:xfrm>
          <a:off x="0" y="0"/>
          <a:ext cx="0" cy="0"/>
          <a:chOff x="0" y="0"/>
          <a:chExt cx="0" cy="0"/>
        </a:xfrm>
      </p:grpSpPr>
      <p:sp>
        <p:nvSpPr>
          <p:cNvPr id="143" name="Google Shape;143;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4" name="Google Shape;144;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145" name="Google Shape;145;p5"/>
          <p:cNvGrpSpPr/>
          <p:nvPr/>
        </p:nvGrpSpPr>
        <p:grpSpPr>
          <a:xfrm>
            <a:off x="95351" y="1392509"/>
            <a:ext cx="7581691" cy="5901"/>
            <a:chOff x="1890075" y="5241175"/>
            <a:chExt cx="4240556" cy="257700"/>
          </a:xfrm>
        </p:grpSpPr>
        <p:sp>
          <p:nvSpPr>
            <p:cNvPr id="146" name="Google Shape;146;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7" name="Google Shape;147;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8" name="Google Shape;148;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49" name="Google Shape;149;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50" name="Google Shape;150;p5"/>
          <p:cNvGrpSpPr/>
          <p:nvPr/>
        </p:nvGrpSpPr>
        <p:grpSpPr>
          <a:xfrm>
            <a:off x="95351" y="4542984"/>
            <a:ext cx="7581691" cy="5901"/>
            <a:chOff x="1890075" y="5241175"/>
            <a:chExt cx="4240556" cy="257700"/>
          </a:xfrm>
        </p:grpSpPr>
        <p:sp>
          <p:nvSpPr>
            <p:cNvPr id="151" name="Google Shape;151;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2" name="Google Shape;152;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3" name="Google Shape;153;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54" name="Google Shape;154;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55" name="Google Shape;155;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4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 </a:t>
            </a:r>
            <a:endParaRPr b="1" i="0" sz="1400" u="none" cap="none" strike="noStrike">
              <a:solidFill>
                <a:srgbClr val="000000"/>
              </a:solidFill>
              <a:latin typeface="Arial"/>
              <a:ea typeface="Arial"/>
              <a:cs typeface="Arial"/>
              <a:sym typeface="Arial"/>
            </a:endParaRPr>
          </a:p>
        </p:txBody>
      </p:sp>
      <p:sp>
        <p:nvSpPr>
          <p:cNvPr id="156" name="Google Shape;156;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Problem</a:t>
            </a:r>
            <a:endParaRPr b="1" i="0" sz="1400" u="none" cap="none" strike="noStrike">
              <a:solidFill>
                <a:srgbClr val="000000"/>
              </a:solidFill>
              <a:latin typeface="Arial"/>
              <a:ea typeface="Arial"/>
              <a:cs typeface="Arial"/>
              <a:sym typeface="Arial"/>
            </a:endParaRPr>
          </a:p>
        </p:txBody>
      </p:sp>
      <p:sp>
        <p:nvSpPr>
          <p:cNvPr id="157" name="Google Shape;157;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Solution</a:t>
            </a:r>
            <a:endParaRPr b="1" i="0" sz="1400" u="none" cap="none" strike="noStrike">
              <a:solidFill>
                <a:srgbClr val="000000"/>
              </a:solidFill>
              <a:latin typeface="Arial"/>
              <a:ea typeface="Arial"/>
              <a:cs typeface="Arial"/>
              <a:sym typeface="Arial"/>
            </a:endParaRPr>
          </a:p>
        </p:txBody>
      </p:sp>
      <p:sp>
        <p:nvSpPr>
          <p:cNvPr id="158" name="Google Shape;158;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Details </a:t>
            </a:r>
            <a:endParaRPr b="1" i="0" sz="1400" u="none" cap="none" strike="noStrike">
              <a:solidFill>
                <a:srgbClr val="000000"/>
              </a:solidFill>
              <a:latin typeface="Arial"/>
              <a:ea typeface="Arial"/>
              <a:cs typeface="Arial"/>
              <a:sym typeface="Arial"/>
            </a:endParaRPr>
          </a:p>
        </p:txBody>
      </p:sp>
      <p:sp>
        <p:nvSpPr>
          <p:cNvPr id="159" name="Google Shape;159;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grpSp>
        <p:nvGrpSpPr>
          <p:cNvPr id="160" name="Google Shape;160;p5"/>
          <p:cNvGrpSpPr/>
          <p:nvPr/>
        </p:nvGrpSpPr>
        <p:grpSpPr>
          <a:xfrm>
            <a:off x="95351" y="8200359"/>
            <a:ext cx="7581691" cy="5901"/>
            <a:chOff x="1890075" y="5241175"/>
            <a:chExt cx="4240556" cy="257700"/>
          </a:xfrm>
        </p:grpSpPr>
        <p:sp>
          <p:nvSpPr>
            <p:cNvPr id="161" name="Google Shape;161;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2" name="Google Shape;162;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3" name="Google Shape;163;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64" name="Google Shape;164;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65" name="Google Shape;165;p5"/>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CUSTOM_1">
    <p:spTree>
      <p:nvGrpSpPr>
        <p:cNvPr id="166" name="Shape 16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5">
  <p:cSld name="CUSTOM_2">
    <p:spTree>
      <p:nvGrpSpPr>
        <p:cNvPr id="167" name="Shape 167"/>
        <p:cNvGrpSpPr/>
        <p:nvPr/>
      </p:nvGrpSpPr>
      <p:grpSpPr>
        <a:xfrm>
          <a:off x="0" y="0"/>
          <a:ext cx="0" cy="0"/>
          <a:chOff x="0" y="0"/>
          <a:chExt cx="0" cy="0"/>
        </a:xfrm>
      </p:grpSpPr>
      <p:cxnSp>
        <p:nvCxnSpPr>
          <p:cNvPr id="168" name="Google Shape;168;p7"/>
          <p:cNvCxnSpPr/>
          <p:nvPr/>
        </p:nvCxnSpPr>
        <p:spPr>
          <a:xfrm>
            <a:off x="3049395" y="1359111"/>
            <a:ext cx="0" cy="5924400"/>
          </a:xfrm>
          <a:prstGeom prst="straightConnector1">
            <a:avLst/>
          </a:prstGeom>
          <a:noFill/>
          <a:ln cap="flat" cmpd="sng" w="9525">
            <a:solidFill>
              <a:srgbClr val="CCCCCC"/>
            </a:solidFill>
            <a:prstDash val="solid"/>
            <a:round/>
            <a:headEnd len="sm" w="sm" type="none"/>
            <a:tailEnd len="sm" w="sm" type="none"/>
          </a:ln>
        </p:spPr>
      </p:cxnSp>
      <p:cxnSp>
        <p:nvCxnSpPr>
          <p:cNvPr id="169" name="Google Shape;169;p7"/>
          <p:cNvCxnSpPr>
            <a:stCxn id="170" idx="0"/>
          </p:cNvCxnSpPr>
          <p:nvPr/>
        </p:nvCxnSpPr>
        <p:spPr>
          <a:xfrm flipH="1">
            <a:off x="172020" y="1360807"/>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171" name="Google Shape;171;p7"/>
          <p:cNvGrpSpPr/>
          <p:nvPr/>
        </p:nvGrpSpPr>
        <p:grpSpPr>
          <a:xfrm>
            <a:off x="190320" y="1357857"/>
            <a:ext cx="7581691" cy="5901"/>
            <a:chOff x="1890075" y="5241175"/>
            <a:chExt cx="4240556" cy="257700"/>
          </a:xfrm>
        </p:grpSpPr>
        <p:sp>
          <p:nvSpPr>
            <p:cNvPr id="170" name="Google Shape;170;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2" name="Google Shape;172;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3" name="Google Shape;173;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4" name="Google Shape;174;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175" name="Google Shape;175;p7"/>
          <p:cNvGrpSpPr/>
          <p:nvPr/>
        </p:nvGrpSpPr>
        <p:grpSpPr>
          <a:xfrm>
            <a:off x="190320" y="1388959"/>
            <a:ext cx="7581691" cy="5901"/>
            <a:chOff x="1890075" y="5241175"/>
            <a:chExt cx="4240556" cy="257700"/>
          </a:xfrm>
        </p:grpSpPr>
        <p:sp>
          <p:nvSpPr>
            <p:cNvPr id="176" name="Google Shape;176;p7"/>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7" name="Google Shape;177;p7"/>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8" name="Google Shape;178;p7"/>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179" name="Google Shape;179;p7"/>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180" name="Google Shape;180;p7"/>
          <p:cNvSpPr txBox="1"/>
          <p:nvPr/>
        </p:nvSpPr>
        <p:spPr>
          <a:xfrm>
            <a:off x="490594" y="15441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181" name="Google Shape;181;p7"/>
          <p:cNvGrpSpPr/>
          <p:nvPr/>
        </p:nvGrpSpPr>
        <p:grpSpPr>
          <a:xfrm>
            <a:off x="372224" y="1650425"/>
            <a:ext cx="137818" cy="187200"/>
            <a:chOff x="507100" y="1997600"/>
            <a:chExt cx="158375" cy="187200"/>
          </a:xfrm>
        </p:grpSpPr>
        <p:sp>
          <p:nvSpPr>
            <p:cNvPr id="182" name="Google Shape;182;p7"/>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4" name="Google Shape;184;p7"/>
          <p:cNvSpPr txBox="1"/>
          <p:nvPr/>
        </p:nvSpPr>
        <p:spPr>
          <a:xfrm>
            <a:off x="3314919" y="15441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185" name="Google Shape;185;p7"/>
          <p:cNvGrpSpPr/>
          <p:nvPr/>
        </p:nvGrpSpPr>
        <p:grpSpPr>
          <a:xfrm>
            <a:off x="3196549" y="1650425"/>
            <a:ext cx="137818" cy="187200"/>
            <a:chOff x="507100" y="1997600"/>
            <a:chExt cx="158375" cy="187200"/>
          </a:xfrm>
        </p:grpSpPr>
        <p:sp>
          <p:nvSpPr>
            <p:cNvPr id="186" name="Google Shape;186;p7"/>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7"/>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 name="Google Shape;188;p7"/>
          <p:cNvSpPr txBox="1"/>
          <p:nvPr/>
        </p:nvSpPr>
        <p:spPr>
          <a:xfrm>
            <a:off x="3314919" y="43673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 </a:t>
            </a:r>
            <a:endParaRPr b="0" i="0" sz="1500" u="none" cap="none" strike="noStrike">
              <a:solidFill>
                <a:srgbClr val="000000"/>
              </a:solidFill>
              <a:latin typeface="Work Sans"/>
              <a:ea typeface="Work Sans"/>
              <a:cs typeface="Work Sans"/>
              <a:sym typeface="Work Sans"/>
            </a:endParaRPr>
          </a:p>
        </p:txBody>
      </p:sp>
      <p:grpSp>
        <p:nvGrpSpPr>
          <p:cNvPr id="189" name="Google Shape;189;p7"/>
          <p:cNvGrpSpPr/>
          <p:nvPr/>
        </p:nvGrpSpPr>
        <p:grpSpPr>
          <a:xfrm>
            <a:off x="3196549" y="4473625"/>
            <a:ext cx="137818" cy="187200"/>
            <a:chOff x="507100" y="1997600"/>
            <a:chExt cx="158375" cy="187200"/>
          </a:xfrm>
        </p:grpSpPr>
        <p:sp>
          <p:nvSpPr>
            <p:cNvPr id="190" name="Google Shape;190;p7"/>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7"/>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2" name="Google Shape;192;p7"/>
          <p:cNvGrpSpPr/>
          <p:nvPr/>
        </p:nvGrpSpPr>
        <p:grpSpPr>
          <a:xfrm>
            <a:off x="172050" y="5100163"/>
            <a:ext cx="2852450" cy="4958106"/>
            <a:chOff x="404700" y="4541500"/>
            <a:chExt cx="2852450" cy="5007177"/>
          </a:xfrm>
        </p:grpSpPr>
        <p:sp>
          <p:nvSpPr>
            <p:cNvPr id="193" name="Google Shape;193;p7"/>
            <p:cNvSpPr/>
            <p:nvPr/>
          </p:nvSpPr>
          <p:spPr>
            <a:xfrm>
              <a:off x="404700" y="4574122"/>
              <a:ext cx="2758200" cy="49338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7"/>
            <p:cNvSpPr/>
            <p:nvPr/>
          </p:nvSpPr>
          <p:spPr>
            <a:xfrm>
              <a:off x="452450" y="4614877"/>
              <a:ext cx="2804700" cy="49338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7"/>
            <p:cNvSpPr txBox="1"/>
            <p:nvPr/>
          </p:nvSpPr>
          <p:spPr>
            <a:xfrm>
              <a:off x="643125" y="4541500"/>
              <a:ext cx="2595900" cy="41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a:t>
              </a:r>
              <a:endParaRPr b="0" i="0" sz="1500" u="none" cap="none" strike="noStrike">
                <a:solidFill>
                  <a:srgbClr val="000000"/>
                </a:solidFill>
                <a:latin typeface="Work Sans"/>
                <a:ea typeface="Work Sans"/>
                <a:cs typeface="Work Sans"/>
                <a:sym typeface="Work Sans"/>
              </a:endParaRPr>
            </a:p>
          </p:txBody>
        </p:sp>
        <p:sp>
          <p:nvSpPr>
            <p:cNvPr id="196" name="Google Shape;196;p7"/>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8" name="Google Shape;198;p7"/>
          <p:cNvSpPr txBox="1"/>
          <p:nvPr/>
        </p:nvSpPr>
        <p:spPr>
          <a:xfrm>
            <a:off x="190350" y="11200"/>
            <a:ext cx="72909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199" name="Google Shape;199;p7"/>
          <p:cNvSpPr txBox="1"/>
          <p:nvPr/>
        </p:nvSpPr>
        <p:spPr>
          <a:xfrm>
            <a:off x="2226300" y="513400"/>
            <a:ext cx="32190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t/>
            </a:r>
            <a:endParaRPr b="0" i="0" sz="1200" u="none" cap="none" strike="noStrike">
              <a:solidFill>
                <a:srgbClr val="000000"/>
              </a:solidFill>
              <a:latin typeface="PT Sans Narrow"/>
              <a:ea typeface="PT Sans Narrow"/>
              <a:cs typeface="PT Sans Narrow"/>
              <a:sym typeface="PT Sans Narrow"/>
            </a:endParaRPr>
          </a:p>
        </p:txBody>
      </p:sp>
      <p:sp>
        <p:nvSpPr>
          <p:cNvPr id="200" name="Google Shape;200;p7"/>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6">
  <p:cSld name="CUSTOM_2_2">
    <p:spTree>
      <p:nvGrpSpPr>
        <p:cNvPr id="201" name="Shape 201"/>
        <p:cNvGrpSpPr/>
        <p:nvPr/>
      </p:nvGrpSpPr>
      <p:grpSpPr>
        <a:xfrm>
          <a:off x="0" y="0"/>
          <a:ext cx="0" cy="0"/>
          <a:chOff x="0" y="0"/>
          <a:chExt cx="0" cy="0"/>
        </a:xfrm>
      </p:grpSpPr>
      <p:sp>
        <p:nvSpPr>
          <p:cNvPr id="202" name="Google Shape;202;p8"/>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3" name="Google Shape;203;p8"/>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204" name="Google Shape;204;p8"/>
          <p:cNvGrpSpPr/>
          <p:nvPr/>
        </p:nvGrpSpPr>
        <p:grpSpPr>
          <a:xfrm>
            <a:off x="95351" y="1392509"/>
            <a:ext cx="7581691" cy="5901"/>
            <a:chOff x="1890075" y="5241175"/>
            <a:chExt cx="4240556" cy="257700"/>
          </a:xfrm>
        </p:grpSpPr>
        <p:sp>
          <p:nvSpPr>
            <p:cNvPr id="205" name="Google Shape;205;p8"/>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6" name="Google Shape;206;p8"/>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7" name="Google Shape;207;p8"/>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8" name="Google Shape;208;p8"/>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209" name="Google Shape;209;p8"/>
          <p:cNvGrpSpPr/>
          <p:nvPr/>
        </p:nvGrpSpPr>
        <p:grpSpPr>
          <a:xfrm>
            <a:off x="95351" y="4542984"/>
            <a:ext cx="7581691" cy="5901"/>
            <a:chOff x="1890075" y="5241175"/>
            <a:chExt cx="4240556" cy="257700"/>
          </a:xfrm>
        </p:grpSpPr>
        <p:sp>
          <p:nvSpPr>
            <p:cNvPr id="210" name="Google Shape;210;p8"/>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11" name="Google Shape;211;p8"/>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12" name="Google Shape;212;p8"/>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13" name="Google Shape;213;p8"/>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14" name="Google Shape;214;p8"/>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49803"/>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Overview </a:t>
            </a:r>
            <a:endParaRPr b="1" i="0" sz="1400" u="none" cap="none" strike="noStrike">
              <a:solidFill>
                <a:schemeClr val="dk1"/>
              </a:solidFill>
              <a:latin typeface="Arial"/>
              <a:ea typeface="Arial"/>
              <a:cs typeface="Arial"/>
              <a:sym typeface="Arial"/>
            </a:endParaRPr>
          </a:p>
        </p:txBody>
      </p:sp>
      <p:sp>
        <p:nvSpPr>
          <p:cNvPr id="215" name="Google Shape;215;p8"/>
          <p:cNvSpPr/>
          <p:nvPr/>
        </p:nvSpPr>
        <p:spPr>
          <a:xfrm>
            <a:off x="432000" y="31534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Objective</a:t>
            </a:r>
            <a:endParaRPr b="1" i="0" sz="1400" u="none" cap="none" strike="noStrike">
              <a:solidFill>
                <a:schemeClr val="dk1"/>
              </a:solidFill>
              <a:latin typeface="Arial"/>
              <a:ea typeface="Arial"/>
              <a:cs typeface="Arial"/>
              <a:sym typeface="Arial"/>
            </a:endParaRPr>
          </a:p>
        </p:txBody>
      </p:sp>
      <p:sp>
        <p:nvSpPr>
          <p:cNvPr id="216" name="Google Shape;216;p8"/>
          <p:cNvSpPr/>
          <p:nvPr/>
        </p:nvSpPr>
        <p:spPr>
          <a:xfrm>
            <a:off x="432000" y="4904796"/>
            <a:ext cx="1598400" cy="2850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Results </a:t>
            </a:r>
            <a:endParaRPr b="1" i="0" sz="1400" u="none" cap="none" strike="noStrike">
              <a:solidFill>
                <a:schemeClr val="dk1"/>
              </a:solidFill>
              <a:latin typeface="Arial"/>
              <a:ea typeface="Arial"/>
              <a:cs typeface="Arial"/>
              <a:sym typeface="Arial"/>
            </a:endParaRPr>
          </a:p>
        </p:txBody>
      </p:sp>
      <p:sp>
        <p:nvSpPr>
          <p:cNvPr id="217" name="Google Shape;217;p8"/>
          <p:cNvSpPr/>
          <p:nvPr/>
        </p:nvSpPr>
        <p:spPr>
          <a:xfrm>
            <a:off x="432000" y="8144170"/>
            <a:ext cx="1598400" cy="2691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Next Steps </a:t>
            </a:r>
            <a:endParaRPr b="1" i="0" sz="1400" u="none" cap="none" strike="noStrike">
              <a:solidFill>
                <a:schemeClr val="dk1"/>
              </a:solidFill>
              <a:latin typeface="Arial"/>
              <a:ea typeface="Arial"/>
              <a:cs typeface="Arial"/>
              <a:sym typeface="Arial"/>
            </a:endParaRPr>
          </a:p>
        </p:txBody>
      </p:sp>
      <p:grpSp>
        <p:nvGrpSpPr>
          <p:cNvPr id="218" name="Google Shape;218;p8"/>
          <p:cNvGrpSpPr/>
          <p:nvPr/>
        </p:nvGrpSpPr>
        <p:grpSpPr>
          <a:xfrm>
            <a:off x="95351" y="7971759"/>
            <a:ext cx="7581691" cy="5901"/>
            <a:chOff x="1890075" y="5241175"/>
            <a:chExt cx="4240556" cy="257700"/>
          </a:xfrm>
        </p:grpSpPr>
        <p:sp>
          <p:nvSpPr>
            <p:cNvPr id="219" name="Google Shape;219;p8"/>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20" name="Google Shape;220;p8"/>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21" name="Google Shape;221;p8"/>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22" name="Google Shape;222;p8"/>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23" name="Google Shape;223;p8"/>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229" name="Shape 229"/>
        <p:cNvGrpSpPr/>
        <p:nvPr/>
      </p:nvGrpSpPr>
      <p:grpSpPr>
        <a:xfrm>
          <a:off x="0" y="0"/>
          <a:ext cx="0" cy="0"/>
          <a:chOff x="0" y="0"/>
          <a:chExt cx="0" cy="0"/>
        </a:xfrm>
      </p:grpSpPr>
      <p:grpSp>
        <p:nvGrpSpPr>
          <p:cNvPr id="230" name="Google Shape;230;p10"/>
          <p:cNvGrpSpPr/>
          <p:nvPr/>
        </p:nvGrpSpPr>
        <p:grpSpPr>
          <a:xfrm>
            <a:off x="172055" y="1468890"/>
            <a:ext cx="7434543" cy="62982"/>
            <a:chOff x="1890075" y="5241175"/>
            <a:chExt cx="4240556" cy="257700"/>
          </a:xfrm>
        </p:grpSpPr>
        <p:sp>
          <p:nvSpPr>
            <p:cNvPr id="231" name="Google Shape;231;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32" name="Google Shape;232;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33" name="Google Shape;233;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34" name="Google Shape;234;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35" name="Google Shape;235;p10"/>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236" name="Google Shape;236;p10"/>
          <p:cNvGrpSpPr/>
          <p:nvPr/>
        </p:nvGrpSpPr>
        <p:grpSpPr>
          <a:xfrm>
            <a:off x="168930" y="2702615"/>
            <a:ext cx="7434543" cy="62982"/>
            <a:chOff x="1890075" y="5241175"/>
            <a:chExt cx="4240556" cy="257700"/>
          </a:xfrm>
        </p:grpSpPr>
        <p:sp>
          <p:nvSpPr>
            <p:cNvPr id="237" name="Google Shape;237;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38" name="Google Shape;238;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39" name="Google Shape;239;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40" name="Google Shape;240;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241" name="Google Shape;241;p10"/>
          <p:cNvCxnSpPr>
            <a:stCxn id="231"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242" name="Google Shape;242;p10"/>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243" name="Google Shape;243;p10"/>
          <p:cNvGrpSpPr/>
          <p:nvPr/>
        </p:nvGrpSpPr>
        <p:grpSpPr>
          <a:xfrm>
            <a:off x="0" y="3413775"/>
            <a:ext cx="3530025" cy="746350"/>
            <a:chOff x="0" y="3156075"/>
            <a:chExt cx="3530025" cy="746350"/>
          </a:xfrm>
        </p:grpSpPr>
        <p:sp>
          <p:nvSpPr>
            <p:cNvPr id="244" name="Google Shape;244;p10"/>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45" name="Google Shape;245;p10"/>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246" name="Google Shape;246;p10"/>
          <p:cNvGrpSpPr/>
          <p:nvPr/>
        </p:nvGrpSpPr>
        <p:grpSpPr>
          <a:xfrm>
            <a:off x="3248850" y="2867100"/>
            <a:ext cx="4936034" cy="746350"/>
            <a:chOff x="0" y="3156075"/>
            <a:chExt cx="3530025" cy="746350"/>
          </a:xfrm>
        </p:grpSpPr>
        <p:sp>
          <p:nvSpPr>
            <p:cNvPr id="247" name="Google Shape;247;p10"/>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48" name="Google Shape;248;p10"/>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249" name="Google Shape;249;p10"/>
          <p:cNvGrpSpPr/>
          <p:nvPr/>
        </p:nvGrpSpPr>
        <p:grpSpPr>
          <a:xfrm>
            <a:off x="3248850" y="7166275"/>
            <a:ext cx="4936034" cy="746350"/>
            <a:chOff x="0" y="3156075"/>
            <a:chExt cx="3530025" cy="746350"/>
          </a:xfrm>
        </p:grpSpPr>
        <p:sp>
          <p:nvSpPr>
            <p:cNvPr id="250" name="Google Shape;250;p10"/>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51" name="Google Shape;251;p10"/>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52" name="Google Shape;252;p10"/>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253" name="Google Shape;253;p10"/>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254" name="Google Shape;254;p10"/>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grpSp>
        <p:nvGrpSpPr>
          <p:cNvPr id="255" name="Google Shape;255;p10"/>
          <p:cNvGrpSpPr/>
          <p:nvPr/>
        </p:nvGrpSpPr>
        <p:grpSpPr>
          <a:xfrm>
            <a:off x="172055" y="1468890"/>
            <a:ext cx="7434543" cy="62982"/>
            <a:chOff x="1890075" y="5241175"/>
            <a:chExt cx="4240556" cy="257700"/>
          </a:xfrm>
        </p:grpSpPr>
        <p:sp>
          <p:nvSpPr>
            <p:cNvPr id="256" name="Google Shape;256;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57" name="Google Shape;257;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58" name="Google Shape;258;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59" name="Google Shape;259;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260" name="Google Shape;260;p10"/>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261" name="Google Shape;261;p10"/>
          <p:cNvGrpSpPr/>
          <p:nvPr/>
        </p:nvGrpSpPr>
        <p:grpSpPr>
          <a:xfrm>
            <a:off x="168930" y="2702615"/>
            <a:ext cx="7434543" cy="62982"/>
            <a:chOff x="1890075" y="5241175"/>
            <a:chExt cx="4240556" cy="257700"/>
          </a:xfrm>
        </p:grpSpPr>
        <p:sp>
          <p:nvSpPr>
            <p:cNvPr id="262" name="Google Shape;262;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63" name="Google Shape;263;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64" name="Google Shape;264;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65" name="Google Shape;265;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cxnSp>
        <p:nvCxnSpPr>
          <p:cNvPr id="266" name="Google Shape;266;p10"/>
          <p:cNvCxnSpPr>
            <a:stCxn id="256"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267" name="Google Shape;267;p10"/>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268" name="Google Shape;268;p10"/>
          <p:cNvGrpSpPr/>
          <p:nvPr/>
        </p:nvGrpSpPr>
        <p:grpSpPr>
          <a:xfrm>
            <a:off x="0" y="3413775"/>
            <a:ext cx="3530025" cy="746350"/>
            <a:chOff x="0" y="3156075"/>
            <a:chExt cx="3530025" cy="746350"/>
          </a:xfrm>
        </p:grpSpPr>
        <p:sp>
          <p:nvSpPr>
            <p:cNvPr id="269" name="Google Shape;269;p10"/>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0" name="Google Shape;270;p10"/>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271" name="Google Shape;271;p10"/>
          <p:cNvGrpSpPr/>
          <p:nvPr/>
        </p:nvGrpSpPr>
        <p:grpSpPr>
          <a:xfrm>
            <a:off x="3248850" y="2867100"/>
            <a:ext cx="4936034" cy="746350"/>
            <a:chOff x="0" y="3156075"/>
            <a:chExt cx="3530025" cy="746350"/>
          </a:xfrm>
        </p:grpSpPr>
        <p:sp>
          <p:nvSpPr>
            <p:cNvPr id="272" name="Google Shape;272;p10"/>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3" name="Google Shape;273;p10"/>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274" name="Google Shape;274;p10"/>
          <p:cNvGrpSpPr/>
          <p:nvPr/>
        </p:nvGrpSpPr>
        <p:grpSpPr>
          <a:xfrm>
            <a:off x="3248850" y="7166275"/>
            <a:ext cx="4936034" cy="746350"/>
            <a:chOff x="0" y="3156075"/>
            <a:chExt cx="3530025" cy="746350"/>
          </a:xfrm>
        </p:grpSpPr>
        <p:sp>
          <p:nvSpPr>
            <p:cNvPr id="275" name="Google Shape;275;p10"/>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276" name="Google Shape;276;p10"/>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277" name="Google Shape;277;p10"/>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Key Insights </a:t>
            </a:r>
            <a:endParaRPr b="0" i="0" sz="1900" u="none" cap="none" strike="noStrike">
              <a:solidFill>
                <a:srgbClr val="EEEEEE"/>
              </a:solidFill>
              <a:latin typeface="Arial"/>
              <a:ea typeface="Arial"/>
              <a:cs typeface="Arial"/>
              <a:sym typeface="Arial"/>
            </a:endParaRPr>
          </a:p>
        </p:txBody>
      </p:sp>
      <p:sp>
        <p:nvSpPr>
          <p:cNvPr id="278" name="Google Shape;278;p10"/>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Details </a:t>
            </a:r>
            <a:endParaRPr b="0" i="0" sz="1900" u="none" cap="none" strike="noStrike">
              <a:solidFill>
                <a:srgbClr val="EEEEEE"/>
              </a:solidFill>
              <a:latin typeface="Arial"/>
              <a:ea typeface="Arial"/>
              <a:cs typeface="Arial"/>
              <a:sym typeface="Arial"/>
            </a:endParaRPr>
          </a:p>
        </p:txBody>
      </p:sp>
      <p:sp>
        <p:nvSpPr>
          <p:cNvPr id="279" name="Google Shape;279;p10"/>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EEEEEE"/>
                </a:solidFill>
                <a:latin typeface="Arial"/>
                <a:ea typeface="Arial"/>
                <a:cs typeface="Arial"/>
                <a:sym typeface="Arial"/>
              </a:rPr>
              <a:t>Next Steps </a:t>
            </a:r>
            <a:endParaRPr b="0" i="0" sz="1900" u="none" cap="none" strike="noStrike">
              <a:solidFill>
                <a:srgbClr val="EEEEEE"/>
              </a:solidFill>
              <a:latin typeface="Arial"/>
              <a:ea typeface="Arial"/>
              <a:cs typeface="Arial"/>
              <a:sym typeface="Arial"/>
            </a:endParaRPr>
          </a:p>
        </p:txBody>
      </p:sp>
      <p:sp>
        <p:nvSpPr>
          <p:cNvPr id="280" name="Google Shape;280;p10"/>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281" name="Google Shape;281;p10"/>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282" name="Google Shape;282;p10"/>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
        <p:nvSpPr>
          <p:cNvPr id="283" name="Google Shape;283;p10"/>
          <p:cNvSpPr txBox="1"/>
          <p:nvPr/>
        </p:nvSpPr>
        <p:spPr>
          <a:xfrm>
            <a:off x="4541175" y="5895125"/>
            <a:ext cx="30744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284" name="Shape 284"/>
        <p:cNvGrpSpPr/>
        <p:nvPr/>
      </p:nvGrpSpPr>
      <p:grpSpPr>
        <a:xfrm>
          <a:off x="0" y="0"/>
          <a:ext cx="0" cy="0"/>
          <a:chOff x="0" y="0"/>
          <a:chExt cx="0" cy="0"/>
        </a:xfrm>
      </p:grpSpPr>
      <p:cxnSp>
        <p:nvCxnSpPr>
          <p:cNvPr id="285" name="Google Shape;285;p11"/>
          <p:cNvCxnSpPr/>
          <p:nvPr/>
        </p:nvCxnSpPr>
        <p:spPr>
          <a:xfrm>
            <a:off x="3049395" y="901911"/>
            <a:ext cx="0" cy="5924400"/>
          </a:xfrm>
          <a:prstGeom prst="straightConnector1">
            <a:avLst/>
          </a:prstGeom>
          <a:noFill/>
          <a:ln cap="flat" cmpd="sng" w="9525">
            <a:solidFill>
              <a:srgbClr val="CCCCCC"/>
            </a:solidFill>
            <a:prstDash val="solid"/>
            <a:round/>
            <a:headEnd len="sm" w="sm" type="none"/>
            <a:tailEnd len="sm" w="sm" type="none"/>
          </a:ln>
        </p:spPr>
      </p:cxnSp>
      <p:cxnSp>
        <p:nvCxnSpPr>
          <p:cNvPr id="286" name="Google Shape;286;p11"/>
          <p:cNvCxnSpPr>
            <a:stCxn id="287" idx="0"/>
          </p:cNvCxnSpPr>
          <p:nvPr/>
        </p:nvCxnSpPr>
        <p:spPr>
          <a:xfrm flipH="1">
            <a:off x="172045" y="903711"/>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288" name="Google Shape;288;p11"/>
          <p:cNvGrpSpPr/>
          <p:nvPr/>
        </p:nvGrpSpPr>
        <p:grpSpPr>
          <a:xfrm>
            <a:off x="190345" y="900758"/>
            <a:ext cx="7581747" cy="5906"/>
            <a:chOff x="1890075" y="5241175"/>
            <a:chExt cx="4240556" cy="257700"/>
          </a:xfrm>
        </p:grpSpPr>
        <p:sp>
          <p:nvSpPr>
            <p:cNvPr id="287" name="Google Shape;287;p11"/>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89" name="Google Shape;289;p11"/>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90" name="Google Shape;290;p11"/>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91" name="Google Shape;291;p11"/>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292" name="Google Shape;292;p11"/>
          <p:cNvGrpSpPr/>
          <p:nvPr/>
        </p:nvGrpSpPr>
        <p:grpSpPr>
          <a:xfrm>
            <a:off x="190320" y="931759"/>
            <a:ext cx="7581691" cy="5901"/>
            <a:chOff x="1890075" y="5241175"/>
            <a:chExt cx="4240556" cy="257700"/>
          </a:xfrm>
        </p:grpSpPr>
        <p:sp>
          <p:nvSpPr>
            <p:cNvPr id="293" name="Google Shape;293;p11"/>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94" name="Google Shape;294;p11"/>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95" name="Google Shape;295;p11"/>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96" name="Google Shape;296;p11"/>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297" name="Google Shape;297;p11"/>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298" name="Google Shape;298;p11"/>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299" name="Google Shape;299;p11"/>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300" name="Google Shape;300;p11"/>
          <p:cNvSpPr/>
          <p:nvPr/>
        </p:nvSpPr>
        <p:spPr>
          <a:xfrm>
            <a:off x="190350" y="7617450"/>
            <a:ext cx="7581600" cy="22641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1" name="Google Shape;301;p11"/>
          <p:cNvCxnSpPr/>
          <p:nvPr/>
        </p:nvCxnSpPr>
        <p:spPr>
          <a:xfrm flipH="1">
            <a:off x="3028995" y="901911"/>
            <a:ext cx="20400" cy="8834400"/>
          </a:xfrm>
          <a:prstGeom prst="straightConnector1">
            <a:avLst/>
          </a:prstGeom>
          <a:noFill/>
          <a:ln cap="flat" cmpd="sng" w="9525">
            <a:solidFill>
              <a:srgbClr val="CCCCCC"/>
            </a:solidFill>
            <a:prstDash val="solid"/>
            <a:round/>
            <a:headEnd len="sm" w="sm" type="none"/>
            <a:tailEnd len="sm" w="sm" type="none"/>
          </a:ln>
        </p:spPr>
      </p:cxnSp>
      <p:cxnSp>
        <p:nvCxnSpPr>
          <p:cNvPr id="302" name="Google Shape;302;p11"/>
          <p:cNvCxnSpPr>
            <a:stCxn id="303" idx="0"/>
          </p:cNvCxnSpPr>
          <p:nvPr/>
        </p:nvCxnSpPr>
        <p:spPr>
          <a:xfrm flipH="1">
            <a:off x="172020" y="903607"/>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304" name="Google Shape;304;p11"/>
          <p:cNvGrpSpPr/>
          <p:nvPr/>
        </p:nvGrpSpPr>
        <p:grpSpPr>
          <a:xfrm>
            <a:off x="190320" y="900657"/>
            <a:ext cx="7581691" cy="5901"/>
            <a:chOff x="1890075" y="5241175"/>
            <a:chExt cx="4240556" cy="257700"/>
          </a:xfrm>
        </p:grpSpPr>
        <p:sp>
          <p:nvSpPr>
            <p:cNvPr id="303" name="Google Shape;303;p11"/>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05" name="Google Shape;305;p11"/>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06" name="Google Shape;306;p11"/>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07" name="Google Shape;307;p11"/>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308" name="Google Shape;308;p11"/>
          <p:cNvGrpSpPr/>
          <p:nvPr/>
        </p:nvGrpSpPr>
        <p:grpSpPr>
          <a:xfrm>
            <a:off x="190320" y="931759"/>
            <a:ext cx="7581691" cy="5901"/>
            <a:chOff x="1890075" y="5241175"/>
            <a:chExt cx="4240556" cy="257700"/>
          </a:xfrm>
        </p:grpSpPr>
        <p:sp>
          <p:nvSpPr>
            <p:cNvPr id="309" name="Google Shape;309;p11"/>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10" name="Google Shape;310;p11"/>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11" name="Google Shape;311;p11"/>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12" name="Google Shape;312;p11"/>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313" name="Google Shape;313;p11"/>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314" name="Google Shape;314;p11"/>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315" name="Google Shape;315;p11"/>
          <p:cNvGrpSpPr/>
          <p:nvPr/>
        </p:nvGrpSpPr>
        <p:grpSpPr>
          <a:xfrm>
            <a:off x="172024" y="1040825"/>
            <a:ext cx="137818" cy="187200"/>
            <a:chOff x="507100" y="1997600"/>
            <a:chExt cx="158375" cy="187200"/>
          </a:xfrm>
        </p:grpSpPr>
        <p:sp>
          <p:nvSpPr>
            <p:cNvPr id="316" name="Google Shape;316;p11"/>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1"/>
            <p:cNvSpPr/>
            <p:nvPr/>
          </p:nvSpPr>
          <p:spPr>
            <a:xfrm>
              <a:off x="507100" y="2017025"/>
              <a:ext cx="135900" cy="146700"/>
            </a:xfrm>
            <a:prstGeom prst="chevron">
              <a:avLst>
                <a:gd fmla="val 50000" name="adj"/>
              </a:avLst>
            </a:prstGeom>
            <a:solidFill>
              <a:srgbClr val="0000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8" name="Google Shape;318;p11"/>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319" name="Google Shape;319;p11"/>
          <p:cNvGrpSpPr/>
          <p:nvPr/>
        </p:nvGrpSpPr>
        <p:grpSpPr>
          <a:xfrm>
            <a:off x="190349" y="2907725"/>
            <a:ext cx="137818" cy="187200"/>
            <a:chOff x="507100" y="1540400"/>
            <a:chExt cx="158375" cy="187200"/>
          </a:xfrm>
        </p:grpSpPr>
        <p:sp>
          <p:nvSpPr>
            <p:cNvPr id="320" name="Google Shape;320;p11"/>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1"/>
            <p:cNvSpPr/>
            <p:nvPr/>
          </p:nvSpPr>
          <p:spPr>
            <a:xfrm>
              <a:off x="507100" y="1559825"/>
              <a:ext cx="135900" cy="146700"/>
            </a:xfrm>
            <a:prstGeom prst="chevron">
              <a:avLst>
                <a:gd fmla="val 50000" name="adj"/>
              </a:avLst>
            </a:prstGeom>
            <a:solidFill>
              <a:srgbClr val="FF00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2" name="Google Shape;322;p11"/>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323" name="Google Shape;323;p11"/>
          <p:cNvGrpSpPr/>
          <p:nvPr/>
        </p:nvGrpSpPr>
        <p:grpSpPr>
          <a:xfrm>
            <a:off x="172024" y="5506200"/>
            <a:ext cx="137818" cy="187200"/>
            <a:chOff x="507100" y="1997600"/>
            <a:chExt cx="158375" cy="187200"/>
          </a:xfrm>
        </p:grpSpPr>
        <p:sp>
          <p:nvSpPr>
            <p:cNvPr id="324" name="Google Shape;324;p11"/>
            <p:cNvSpPr/>
            <p:nvPr/>
          </p:nvSpPr>
          <p:spPr>
            <a:xfrm>
              <a:off x="529575" y="1997600"/>
              <a:ext cx="135900" cy="187200"/>
            </a:xfrm>
            <a:prstGeom prst="chevron">
              <a:avLst>
                <a:gd fmla="val 50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1"/>
            <p:cNvSpPr/>
            <p:nvPr/>
          </p:nvSpPr>
          <p:spPr>
            <a:xfrm>
              <a:off x="507100" y="2017025"/>
              <a:ext cx="135900" cy="146700"/>
            </a:xfrm>
            <a:prstGeom prst="chevron">
              <a:avLst>
                <a:gd fmla="val 50000" name="adj"/>
              </a:avLst>
            </a:prstGeom>
            <a:solidFill>
              <a:srgbClr val="FFFF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6" name="Google Shape;326;p11"/>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327" name="Google Shape;327;p11"/>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grpSp>
        <p:nvGrpSpPr>
          <p:cNvPr id="328" name="Google Shape;328;p11"/>
          <p:cNvGrpSpPr/>
          <p:nvPr/>
        </p:nvGrpSpPr>
        <p:grpSpPr>
          <a:xfrm>
            <a:off x="172024" y="7607808"/>
            <a:ext cx="137818" cy="187200"/>
            <a:chOff x="507100" y="1997600"/>
            <a:chExt cx="158375" cy="187200"/>
          </a:xfrm>
        </p:grpSpPr>
        <p:sp>
          <p:nvSpPr>
            <p:cNvPr id="329" name="Google Shape;329;p11"/>
            <p:cNvSpPr/>
            <p:nvPr/>
          </p:nvSpPr>
          <p:spPr>
            <a:xfrm>
              <a:off x="529575" y="1997600"/>
              <a:ext cx="135900" cy="187200"/>
            </a:xfrm>
            <a:prstGeom prst="chevron">
              <a:avLst>
                <a:gd fmla="val 50000"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1"/>
            <p:cNvSpPr/>
            <p:nvPr/>
          </p:nvSpPr>
          <p:spPr>
            <a:xfrm>
              <a:off x="507100" y="2017025"/>
              <a:ext cx="135900" cy="146700"/>
            </a:xfrm>
            <a:prstGeom prst="chevron">
              <a:avLst>
                <a:gd fmla="val 50000" name="adj"/>
              </a:avLst>
            </a:prstGeom>
            <a:solidFill>
              <a:srgbClr val="38761D"/>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1" name="Google Shape;331;p11"/>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
        <p:nvSpPr>
          <p:cNvPr id="332" name="Google Shape;332;p11"/>
          <p:cNvSpPr txBox="1"/>
          <p:nvPr/>
        </p:nvSpPr>
        <p:spPr>
          <a:xfrm>
            <a:off x="159875" y="60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333" name="Google Shape;333;p11"/>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334" name="Google Shape;334;p11"/>
          <p:cNvSpPr txBox="1"/>
          <p:nvPr/>
        </p:nvSpPr>
        <p:spPr>
          <a:xfrm>
            <a:off x="3483688" y="403875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
        <p:nvSpPr>
          <p:cNvPr id="335" name="Google Shape;335;p11"/>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336" name="Shape 336"/>
        <p:cNvGrpSpPr/>
        <p:nvPr/>
      </p:nvGrpSpPr>
      <p:grpSpPr>
        <a:xfrm>
          <a:off x="0" y="0"/>
          <a:ext cx="0" cy="0"/>
          <a:chOff x="0" y="0"/>
          <a:chExt cx="0" cy="0"/>
        </a:xfrm>
      </p:grpSpPr>
      <p:cxnSp>
        <p:nvCxnSpPr>
          <p:cNvPr id="337" name="Google Shape;337;p12"/>
          <p:cNvCxnSpPr/>
          <p:nvPr/>
        </p:nvCxnSpPr>
        <p:spPr>
          <a:xfrm>
            <a:off x="417963" y="311025"/>
            <a:ext cx="28200" cy="8777100"/>
          </a:xfrm>
          <a:prstGeom prst="straightConnector1">
            <a:avLst/>
          </a:prstGeom>
          <a:noFill/>
          <a:ln cap="flat" cmpd="sng" w="9525">
            <a:solidFill>
              <a:srgbClr val="B7B7B7"/>
            </a:solidFill>
            <a:prstDash val="solid"/>
            <a:round/>
            <a:headEnd len="sm" w="sm" type="none"/>
            <a:tailEnd len="sm" w="sm" type="none"/>
          </a:ln>
        </p:spPr>
      </p:cxnSp>
      <p:grpSp>
        <p:nvGrpSpPr>
          <p:cNvPr id="338" name="Google Shape;338;p12"/>
          <p:cNvGrpSpPr/>
          <p:nvPr/>
        </p:nvGrpSpPr>
        <p:grpSpPr>
          <a:xfrm>
            <a:off x="404725" y="1300475"/>
            <a:ext cx="6908400" cy="72025"/>
            <a:chOff x="404725" y="1681475"/>
            <a:chExt cx="6908400" cy="72025"/>
          </a:xfrm>
        </p:grpSpPr>
        <p:cxnSp>
          <p:nvCxnSpPr>
            <p:cNvPr id="339" name="Google Shape;339;p12"/>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340" name="Google Shape;340;p12"/>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341" name="Google Shape;341;p12"/>
          <p:cNvCxnSpPr/>
          <p:nvPr/>
        </p:nvCxnSpPr>
        <p:spPr>
          <a:xfrm>
            <a:off x="7326238" y="6225"/>
            <a:ext cx="28200" cy="8777100"/>
          </a:xfrm>
          <a:prstGeom prst="straightConnector1">
            <a:avLst/>
          </a:prstGeom>
          <a:noFill/>
          <a:ln cap="flat" cmpd="sng" w="9525">
            <a:solidFill>
              <a:srgbClr val="B7B7B7"/>
            </a:solidFill>
            <a:prstDash val="solid"/>
            <a:round/>
            <a:headEnd len="sm" w="sm" type="none"/>
            <a:tailEnd len="sm" w="sm" type="none"/>
          </a:ln>
        </p:spPr>
      </p:cxnSp>
      <p:cxnSp>
        <p:nvCxnSpPr>
          <p:cNvPr id="342" name="Google Shape;342;p12"/>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343" name="Google Shape;343;p12"/>
          <p:cNvCxnSpPr/>
          <p:nvPr/>
        </p:nvCxnSpPr>
        <p:spPr>
          <a:xfrm>
            <a:off x="3861475" y="3505200"/>
            <a:ext cx="0" cy="5611800"/>
          </a:xfrm>
          <a:prstGeom prst="straightConnector1">
            <a:avLst/>
          </a:prstGeom>
          <a:noFill/>
          <a:ln cap="flat" cmpd="sng" w="9525">
            <a:solidFill>
              <a:srgbClr val="B7B7B7"/>
            </a:solidFill>
            <a:prstDash val="solid"/>
            <a:round/>
            <a:headEnd len="sm" w="sm" type="none"/>
            <a:tailEnd len="sm" w="sm" type="none"/>
          </a:ln>
        </p:spPr>
      </p:cxnSp>
      <p:grpSp>
        <p:nvGrpSpPr>
          <p:cNvPr id="344" name="Google Shape;344;p12"/>
          <p:cNvGrpSpPr/>
          <p:nvPr/>
        </p:nvGrpSpPr>
        <p:grpSpPr>
          <a:xfrm>
            <a:off x="417975" y="1504250"/>
            <a:ext cx="2357775" cy="410125"/>
            <a:chOff x="417975" y="1885250"/>
            <a:chExt cx="2357775" cy="410125"/>
          </a:xfrm>
        </p:grpSpPr>
        <p:sp>
          <p:nvSpPr>
            <p:cNvPr id="345" name="Google Shape;345;p12"/>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2"/>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2"/>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2"/>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9" name="Google Shape;349;p12"/>
          <p:cNvGrpSpPr/>
          <p:nvPr/>
        </p:nvGrpSpPr>
        <p:grpSpPr>
          <a:xfrm>
            <a:off x="417975" y="3276600"/>
            <a:ext cx="2357775" cy="410125"/>
            <a:chOff x="265575" y="3352800"/>
            <a:chExt cx="2357775" cy="410125"/>
          </a:xfrm>
        </p:grpSpPr>
        <p:sp>
          <p:nvSpPr>
            <p:cNvPr id="350" name="Google Shape;350;p12"/>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2"/>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2"/>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2"/>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4" name="Google Shape;354;p12"/>
          <p:cNvGrpSpPr/>
          <p:nvPr/>
        </p:nvGrpSpPr>
        <p:grpSpPr>
          <a:xfrm>
            <a:off x="3872044" y="3276600"/>
            <a:ext cx="2747987" cy="410125"/>
            <a:chOff x="3567313" y="3200400"/>
            <a:chExt cx="2357775" cy="410125"/>
          </a:xfrm>
        </p:grpSpPr>
        <p:sp>
          <p:nvSpPr>
            <p:cNvPr id="355" name="Google Shape;355;p12"/>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2"/>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2"/>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2"/>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9" name="Google Shape;359;p12"/>
          <p:cNvGrpSpPr/>
          <p:nvPr/>
        </p:nvGrpSpPr>
        <p:grpSpPr>
          <a:xfrm>
            <a:off x="417963" y="6597750"/>
            <a:ext cx="2357775" cy="410125"/>
            <a:chOff x="-39237" y="6140550"/>
            <a:chExt cx="2357775" cy="410125"/>
          </a:xfrm>
        </p:grpSpPr>
        <p:sp>
          <p:nvSpPr>
            <p:cNvPr id="360" name="Google Shape;360;p12"/>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2"/>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2"/>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2"/>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4" name="Google Shape;364;p12"/>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365" name="Google Shape;365;p12"/>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366" name="Google Shape;366;p12"/>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367" name="Google Shape;367;p12"/>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368" name="Google Shape;368;p12"/>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369" name="Google Shape;369;p12"/>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370" name="Google Shape;370;p12"/>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371" name="Google Shape;371;p12"/>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marR="0" rtl="0" algn="l">
              <a:lnSpc>
                <a:spcPct val="115000"/>
              </a:lnSpc>
              <a:spcBef>
                <a:spcPts val="0"/>
              </a:spcBef>
              <a:spcAft>
                <a:spcPts val="1200"/>
              </a:spcAft>
              <a:buClr>
                <a:srgbClr val="000000"/>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372" name="Google Shape;372;p12"/>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l">
              <a:lnSpc>
                <a:spcPct val="115000"/>
              </a:lnSpc>
              <a:spcBef>
                <a:spcPts val="0"/>
              </a:spcBef>
              <a:spcAft>
                <a:spcPts val="1200"/>
              </a:spcAft>
              <a:buClr>
                <a:srgbClr val="000000"/>
              </a:buClr>
              <a:buSzPct val="100000"/>
              <a:buFont typeface="Arial"/>
              <a:buNone/>
            </a:pPr>
            <a:r>
              <a:t/>
            </a:r>
            <a:endParaRPr b="0" i="1" sz="1100" u="none" cap="none" strike="noStrike">
              <a:solidFill>
                <a:srgbClr val="595959"/>
              </a:solidFill>
              <a:latin typeface="Arial"/>
              <a:ea typeface="Arial"/>
              <a:cs typeface="Arial"/>
              <a:sym typeface="Arial"/>
            </a:endParaRPr>
          </a:p>
        </p:txBody>
      </p:sp>
      <p:sp>
        <p:nvSpPr>
          <p:cNvPr id="373" name="Google Shape;373;p12"/>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374" name="Google Shape;374;p12"/>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375" name="Google Shape;375;p12"/>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
        <p:nvSpPr>
          <p:cNvPr id="376" name="Google Shape;376;p12"/>
          <p:cNvSpPr txBox="1"/>
          <p:nvPr/>
        </p:nvSpPr>
        <p:spPr>
          <a:xfrm>
            <a:off x="4007763" y="86954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377" name="Shape 377"/>
        <p:cNvGrpSpPr/>
        <p:nvPr/>
      </p:nvGrpSpPr>
      <p:grpSpPr>
        <a:xfrm>
          <a:off x="0" y="0"/>
          <a:ext cx="0" cy="0"/>
          <a:chOff x="0" y="0"/>
          <a:chExt cx="0" cy="0"/>
        </a:xfrm>
      </p:grpSpPr>
      <p:sp>
        <p:nvSpPr>
          <p:cNvPr id="378" name="Google Shape;378;p13"/>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79" name="Google Shape;379;p13"/>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nvGrpSpPr>
          <p:cNvPr id="380" name="Google Shape;380;p13"/>
          <p:cNvGrpSpPr/>
          <p:nvPr/>
        </p:nvGrpSpPr>
        <p:grpSpPr>
          <a:xfrm>
            <a:off x="95351" y="1392509"/>
            <a:ext cx="7581691" cy="5901"/>
            <a:chOff x="1890075" y="5241175"/>
            <a:chExt cx="4240556" cy="257700"/>
          </a:xfrm>
        </p:grpSpPr>
        <p:sp>
          <p:nvSpPr>
            <p:cNvPr id="381" name="Google Shape;381;p1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2" name="Google Shape;382;p1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3" name="Google Shape;383;p1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4" name="Google Shape;384;p1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grpSp>
        <p:nvGrpSpPr>
          <p:cNvPr id="385" name="Google Shape;385;p13"/>
          <p:cNvGrpSpPr/>
          <p:nvPr/>
        </p:nvGrpSpPr>
        <p:grpSpPr>
          <a:xfrm>
            <a:off x="95351" y="4542984"/>
            <a:ext cx="7581691" cy="5901"/>
            <a:chOff x="1890075" y="5241175"/>
            <a:chExt cx="4240556" cy="257700"/>
          </a:xfrm>
        </p:grpSpPr>
        <p:sp>
          <p:nvSpPr>
            <p:cNvPr id="386" name="Google Shape;386;p1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7" name="Google Shape;387;p1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8" name="Google Shape;388;p1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89" name="Google Shape;389;p1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390" name="Google Shape;390;p13"/>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4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 </a:t>
            </a:r>
            <a:endParaRPr b="1" i="0" sz="1400" u="none" cap="none" strike="noStrike">
              <a:solidFill>
                <a:srgbClr val="000000"/>
              </a:solidFill>
              <a:latin typeface="Arial"/>
              <a:ea typeface="Arial"/>
              <a:cs typeface="Arial"/>
              <a:sym typeface="Arial"/>
            </a:endParaRPr>
          </a:p>
        </p:txBody>
      </p:sp>
      <p:sp>
        <p:nvSpPr>
          <p:cNvPr id="391" name="Google Shape;391;p13"/>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Problem</a:t>
            </a:r>
            <a:endParaRPr b="1" i="0" sz="1400" u="none" cap="none" strike="noStrike">
              <a:solidFill>
                <a:srgbClr val="000000"/>
              </a:solidFill>
              <a:latin typeface="Arial"/>
              <a:ea typeface="Arial"/>
              <a:cs typeface="Arial"/>
              <a:sym typeface="Arial"/>
            </a:endParaRPr>
          </a:p>
        </p:txBody>
      </p:sp>
      <p:sp>
        <p:nvSpPr>
          <p:cNvPr id="392" name="Google Shape;392;p13"/>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Solution</a:t>
            </a:r>
            <a:endParaRPr b="1" i="0" sz="1400" u="none" cap="none" strike="noStrike">
              <a:solidFill>
                <a:srgbClr val="000000"/>
              </a:solidFill>
              <a:latin typeface="Arial"/>
              <a:ea typeface="Arial"/>
              <a:cs typeface="Arial"/>
              <a:sym typeface="Arial"/>
            </a:endParaRPr>
          </a:p>
        </p:txBody>
      </p:sp>
      <p:sp>
        <p:nvSpPr>
          <p:cNvPr id="393" name="Google Shape;393;p13"/>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Details </a:t>
            </a:r>
            <a:endParaRPr b="1" i="0" sz="1400" u="none" cap="none" strike="noStrike">
              <a:solidFill>
                <a:srgbClr val="000000"/>
              </a:solidFill>
              <a:latin typeface="Arial"/>
              <a:ea typeface="Arial"/>
              <a:cs typeface="Arial"/>
              <a:sym typeface="Arial"/>
            </a:endParaRPr>
          </a:p>
        </p:txBody>
      </p:sp>
      <p:sp>
        <p:nvSpPr>
          <p:cNvPr id="394" name="Google Shape;394;p13"/>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grpSp>
        <p:nvGrpSpPr>
          <p:cNvPr id="395" name="Google Shape;395;p13"/>
          <p:cNvGrpSpPr/>
          <p:nvPr/>
        </p:nvGrpSpPr>
        <p:grpSpPr>
          <a:xfrm>
            <a:off x="95351" y="8200359"/>
            <a:ext cx="7581691" cy="5901"/>
            <a:chOff x="1890075" y="5241175"/>
            <a:chExt cx="4240556" cy="257700"/>
          </a:xfrm>
        </p:grpSpPr>
        <p:sp>
          <p:nvSpPr>
            <p:cNvPr id="396" name="Google Shape;396;p1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7" name="Google Shape;397;p1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8" name="Google Shape;398;p1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sp>
          <p:nvSpPr>
            <p:cNvPr id="399" name="Google Shape;399;p1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595959"/>
                </a:solidFill>
                <a:latin typeface="Arial"/>
                <a:ea typeface="Arial"/>
                <a:cs typeface="Arial"/>
                <a:sym typeface="Arial"/>
              </a:endParaRPr>
            </a:p>
          </p:txBody>
        </p:sp>
      </p:grpSp>
      <p:sp>
        <p:nvSpPr>
          <p:cNvPr id="400" name="Google Shape;400;p13"/>
          <p:cNvSpPr txBox="1"/>
          <p:nvPr/>
        </p:nvSpPr>
        <p:spPr>
          <a:xfrm>
            <a:off x="159875" y="441000"/>
            <a:ext cx="7458900" cy="5079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Arial"/>
                <a:ea typeface="Arial"/>
                <a:cs typeface="Arial"/>
                <a:sym typeface="Arial"/>
              </a:rPr>
              <a:t>Click here to edit title</a:t>
            </a:r>
            <a:endParaRPr b="1" i="0" sz="2100" u="none" cap="none" strike="noStrike">
              <a:solidFill>
                <a:srgbClr val="000000"/>
              </a:solidFill>
              <a:latin typeface="Arial"/>
              <a:ea typeface="Arial"/>
              <a:cs typeface="Arial"/>
              <a:sym typeface="Arial"/>
            </a:endParaRPr>
          </a:p>
        </p:txBody>
      </p:sp>
      <p:sp>
        <p:nvSpPr>
          <p:cNvPr id="401" name="Google Shape;401;p13"/>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PT Sans Narrow"/>
                <a:ea typeface="PT Sans Narrow"/>
                <a:cs typeface="PT Sans Narrow"/>
                <a:sym typeface="PT Sans Narrow"/>
              </a:rPr>
              <a:t>Click here to edit subtitle</a:t>
            </a:r>
            <a:endParaRPr b="0" i="0" sz="1200" u="none" cap="none" strike="noStrike">
              <a:solidFill>
                <a:srgbClr val="000000"/>
              </a:solidFill>
              <a:latin typeface="PT Sans Narrow"/>
              <a:ea typeface="PT Sans Narrow"/>
              <a:cs typeface="PT Sans Narrow"/>
              <a:sym typeface="PT Sans Narrow"/>
            </a:endParaRPr>
          </a:p>
        </p:txBody>
      </p:sp>
      <p:sp>
        <p:nvSpPr>
          <p:cNvPr id="402" name="Google Shape;402;p13"/>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
        <p:nvSpPr>
          <p:cNvPr id="403" name="Google Shape;403;p13"/>
          <p:cNvSpPr txBox="1"/>
          <p:nvPr/>
        </p:nvSpPr>
        <p:spPr>
          <a:xfrm>
            <a:off x="4326325" y="7456900"/>
            <a:ext cx="31722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5000"/>
              </a:lnSpc>
              <a:spcBef>
                <a:spcPts val="0"/>
              </a:spcBef>
              <a:spcAft>
                <a:spcPts val="0"/>
              </a:spcAft>
              <a:buClr>
                <a:srgbClr val="000000"/>
              </a:buClr>
              <a:buSzPct val="100000"/>
              <a:buFont typeface="Arial"/>
              <a:buNone/>
            </a:pPr>
            <a:r>
              <a:rPr b="0" i="1" lang="en" sz="1100" u="none" cap="none" strike="noStrike">
                <a:solidFill>
                  <a:srgbClr val="000000"/>
                </a:solidFill>
                <a:latin typeface="Lato"/>
                <a:ea typeface="Lato"/>
                <a:cs typeface="Lato"/>
                <a:sym typeface="Lato"/>
              </a:rPr>
              <a:t>Image Alt-Text Here</a:t>
            </a:r>
            <a:endParaRPr b="0" i="1" sz="1100" u="none" cap="none" strike="noStrike">
              <a:solidFill>
                <a:srgbClr val="000000"/>
              </a:solidFill>
              <a:latin typeface="Lato"/>
              <a:ea typeface="Lato"/>
              <a:cs typeface="Lato"/>
              <a:sym typeface="La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404" name="Shape 404"/>
        <p:cNvGrpSpPr/>
        <p:nvPr/>
      </p:nvGrpSpPr>
      <p:grpSpPr>
        <a:xfrm>
          <a:off x="0" y="0"/>
          <a:ext cx="0" cy="0"/>
          <a:chOff x="0" y="0"/>
          <a:chExt cx="0" cy="0"/>
        </a:xfrm>
      </p:grpSpPr>
      <p:sp>
        <p:nvSpPr>
          <p:cNvPr id="405" name="Google Shape;405;p14"/>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Source:  Lorem ipsum dolor sit amet, consectetur adipiscing elit. Duis non erat sem</a:t>
            </a:r>
            <a:endParaRPr b="0" i="0" sz="600" u="none" cap="none" strike="noStrike">
              <a:solidFill>
                <a:srgbClr val="FFFFFF"/>
              </a:solidFill>
              <a:latin typeface="Roboto"/>
              <a:ea typeface="Roboto"/>
              <a:cs typeface="Roboto"/>
              <a:sym typeface="Roboto"/>
            </a:endParaRPr>
          </a:p>
        </p:txBody>
      </p:sp>
      <p:grpSp>
        <p:nvGrpSpPr>
          <p:cNvPr id="406" name="Google Shape;406;p14"/>
          <p:cNvGrpSpPr/>
          <p:nvPr/>
        </p:nvGrpSpPr>
        <p:grpSpPr>
          <a:xfrm>
            <a:off x="-16250" y="9048087"/>
            <a:ext cx="7804900" cy="1072407"/>
            <a:chOff x="-19118" y="4617750"/>
            <a:chExt cx="9182236" cy="548378"/>
          </a:xfrm>
        </p:grpSpPr>
        <p:sp>
          <p:nvSpPr>
            <p:cNvPr id="407" name="Google Shape;407;p14"/>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408" name="Google Shape;408;p14"/>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409" name="Shape 40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4" name="Shape 224"/>
        <p:cNvGrpSpPr/>
        <p:nvPr/>
      </p:nvGrpSpPr>
      <p:grpSpPr>
        <a:xfrm>
          <a:off x="0" y="0"/>
          <a:ext cx="0" cy="0"/>
          <a:chOff x="0" y="0"/>
          <a:chExt cx="0" cy="0"/>
        </a:xfrm>
      </p:grpSpPr>
      <p:sp>
        <p:nvSpPr>
          <p:cNvPr id="225" name="Google Shape;225;p9"/>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26" name="Google Shape;226;p9"/>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227" name="Google Shape;227;p9"/>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28" name="Google Shape;228;p9"/>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6"/>
          <p:cNvSpPr txBox="1"/>
          <p:nvPr/>
        </p:nvSpPr>
        <p:spPr>
          <a:xfrm>
            <a:off x="188700" y="1533300"/>
            <a:ext cx="3697500" cy="2850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rgbClr val="000000"/>
              </a:buClr>
              <a:buSzPts val="852"/>
              <a:buFont typeface="Arial"/>
              <a:buNone/>
            </a:pPr>
            <a:r>
              <a:rPr b="0" i="0" lang="en" sz="1375" u="none" cap="none" strike="noStrike">
                <a:solidFill>
                  <a:srgbClr val="000000"/>
                </a:solidFill>
                <a:latin typeface="Arial"/>
                <a:ea typeface="Arial"/>
                <a:cs typeface="Arial"/>
                <a:sym typeface="Arial"/>
              </a:rPr>
              <a:t>Project Overview</a:t>
            </a:r>
            <a:endParaRPr b="0" i="0" sz="1375" u="none" cap="none" strike="noStrike">
              <a:solidFill>
                <a:srgbClr val="000000"/>
              </a:solidFill>
              <a:latin typeface="Arial"/>
              <a:ea typeface="Arial"/>
              <a:cs typeface="Arial"/>
              <a:sym typeface="Arial"/>
            </a:endParaRPr>
          </a:p>
        </p:txBody>
      </p:sp>
      <p:sp>
        <p:nvSpPr>
          <p:cNvPr id="415" name="Google Shape;415;p16"/>
          <p:cNvSpPr txBox="1"/>
          <p:nvPr/>
        </p:nvSpPr>
        <p:spPr>
          <a:xfrm>
            <a:off x="231450" y="1715688"/>
            <a:ext cx="7309500" cy="92791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 sz="1400" u="none" cap="none" strike="noStrike">
                <a:solidFill>
                  <a:schemeClr val="accent2"/>
                </a:solidFill>
                <a:latin typeface="Arial"/>
                <a:ea typeface="Arial"/>
                <a:cs typeface="Arial"/>
                <a:sym typeface="Arial"/>
              </a:rPr>
              <a:t>The NYC Taxi &amp; Limousine Commission has contracted with Automatidata to build a regression model that predicts taxi cab ride fares. In this part of the project, the data needs to be analyzed, explored, cleaned and structured prior to any modeling.</a:t>
            </a:r>
            <a:endParaRPr b="0" i="0" sz="1400" u="none" cap="none" strike="noStrike">
              <a:solidFill>
                <a:schemeClr val="dk2"/>
              </a:solidFill>
              <a:latin typeface="Arial"/>
              <a:ea typeface="Arial"/>
              <a:cs typeface="Arial"/>
              <a:sym typeface="Arial"/>
            </a:endParaRPr>
          </a:p>
        </p:txBody>
      </p:sp>
      <p:grpSp>
        <p:nvGrpSpPr>
          <p:cNvPr id="416" name="Google Shape;416;p16"/>
          <p:cNvGrpSpPr/>
          <p:nvPr/>
        </p:nvGrpSpPr>
        <p:grpSpPr>
          <a:xfrm>
            <a:off x="188700" y="665125"/>
            <a:ext cx="7139700" cy="771300"/>
            <a:chOff x="188700" y="665125"/>
            <a:chExt cx="7139700" cy="771300"/>
          </a:xfrm>
        </p:grpSpPr>
        <p:sp>
          <p:nvSpPr>
            <p:cNvPr id="417" name="Google Shape;417;p16"/>
            <p:cNvSpPr txBox="1"/>
            <p:nvPr/>
          </p:nvSpPr>
          <p:spPr>
            <a:xfrm>
              <a:off x="188700" y="665125"/>
              <a:ext cx="71397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0" lvl="0" marL="0" marR="0" rtl="0" algn="l">
                <a:lnSpc>
                  <a:spcPct val="95000"/>
                </a:lnSpc>
                <a:spcBef>
                  <a:spcPts val="0"/>
                </a:spcBef>
                <a:spcAft>
                  <a:spcPts val="0"/>
                </a:spcAft>
                <a:buNone/>
              </a:pPr>
              <a:r>
                <a:rPr b="0" i="0" lang="en" sz="1600" u="none" cap="none" strike="noStrike">
                  <a:solidFill>
                    <a:srgbClr val="000000"/>
                  </a:solidFill>
                  <a:latin typeface="Arial"/>
                  <a:ea typeface="Arial"/>
                  <a:cs typeface="Arial"/>
                  <a:sym typeface="Arial"/>
                </a:rPr>
                <a:t>Exploratory Data Analysis of New York City TLC Data</a:t>
              </a:r>
              <a:endParaRPr b="0" i="0" sz="1900" u="none" cap="none" strike="noStrike">
                <a:solidFill>
                  <a:srgbClr val="000000"/>
                </a:solidFill>
                <a:latin typeface="Arial"/>
                <a:ea typeface="Arial"/>
                <a:cs typeface="Arial"/>
                <a:sym typeface="Arial"/>
              </a:endParaRPr>
            </a:p>
          </p:txBody>
        </p:sp>
        <p:sp>
          <p:nvSpPr>
            <p:cNvPr id="418" name="Google Shape;418;p16"/>
            <p:cNvSpPr txBox="1"/>
            <p:nvPr/>
          </p:nvSpPr>
          <p:spPr>
            <a:xfrm>
              <a:off x="188700" y="1036225"/>
              <a:ext cx="45942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20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Exploratory Data Analysis by Automatidata Consulting</a:t>
              </a:r>
              <a:endParaRPr b="0" i="0" sz="1400" u="none" cap="none" strike="noStrike">
                <a:solidFill>
                  <a:srgbClr val="000000"/>
                </a:solidFill>
                <a:latin typeface="Roboto"/>
                <a:ea typeface="Roboto"/>
                <a:cs typeface="Roboto"/>
                <a:sym typeface="Roboto"/>
              </a:endParaRPr>
            </a:p>
          </p:txBody>
        </p:sp>
      </p:grpSp>
      <p:sp>
        <p:nvSpPr>
          <p:cNvPr id="419" name="Google Shape;419;p16"/>
          <p:cNvSpPr txBox="1"/>
          <p:nvPr/>
        </p:nvSpPr>
        <p:spPr>
          <a:xfrm>
            <a:off x="3385250" y="6710125"/>
            <a:ext cx="42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Alt Text: Graph displaying New York City TLC data plotting variables for total distance and total amount.</a:t>
            </a:r>
            <a:endParaRPr b="0" i="0" sz="800" u="none" cap="none" strike="noStrike">
              <a:solidFill>
                <a:srgbClr val="000000"/>
              </a:solidFill>
              <a:latin typeface="Arial"/>
              <a:ea typeface="Arial"/>
              <a:cs typeface="Arial"/>
              <a:sym typeface="Arial"/>
            </a:endParaRPr>
          </a:p>
        </p:txBody>
      </p:sp>
      <p:sp>
        <p:nvSpPr>
          <p:cNvPr id="420" name="Google Shape;420;p16"/>
          <p:cNvSpPr txBox="1"/>
          <p:nvPr/>
        </p:nvSpPr>
        <p:spPr>
          <a:xfrm>
            <a:off x="5064475" y="6478525"/>
            <a:ext cx="9924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Total Amount</a:t>
            </a:r>
            <a:endParaRPr b="1" i="0" sz="800" u="none" cap="none" strike="noStrike">
              <a:solidFill>
                <a:srgbClr val="000000"/>
              </a:solidFill>
              <a:latin typeface="Arial"/>
              <a:ea typeface="Arial"/>
              <a:cs typeface="Arial"/>
              <a:sym typeface="Arial"/>
            </a:endParaRPr>
          </a:p>
        </p:txBody>
      </p:sp>
      <p:sp>
        <p:nvSpPr>
          <p:cNvPr id="421" name="Google Shape;421;p16"/>
          <p:cNvSpPr txBox="1"/>
          <p:nvPr/>
        </p:nvSpPr>
        <p:spPr>
          <a:xfrm>
            <a:off x="3537650" y="3357325"/>
            <a:ext cx="404605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As a result of the conducted exploratory data analysis, the Automatidata data team considered trip distance and total amount as key variables to depict a taxi cab ride. The provided scatter plot shows the relationship between the two variables. This scatter plot was created in Tableau to enhance the provided visualization.</a:t>
            </a:r>
            <a:endParaRPr b="0" i="0" sz="800" u="none" cap="none" strike="noStrike">
              <a:solidFill>
                <a:srgbClr val="000000"/>
              </a:solidFill>
              <a:latin typeface="Arial"/>
              <a:ea typeface="Arial"/>
              <a:cs typeface="Arial"/>
              <a:sym typeface="Arial"/>
            </a:endParaRPr>
          </a:p>
        </p:txBody>
      </p:sp>
      <p:sp>
        <p:nvSpPr>
          <p:cNvPr id="422" name="Google Shape;422;p16"/>
          <p:cNvSpPr txBox="1"/>
          <p:nvPr/>
        </p:nvSpPr>
        <p:spPr>
          <a:xfrm rot="-5400000">
            <a:off x="3012100" y="5051446"/>
            <a:ext cx="9144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Trip Distance</a:t>
            </a:r>
            <a:endParaRPr b="1" i="0" sz="800" u="none" cap="none" strike="noStrike">
              <a:solidFill>
                <a:srgbClr val="000000"/>
              </a:solidFill>
              <a:latin typeface="Arial"/>
              <a:ea typeface="Arial"/>
              <a:cs typeface="Arial"/>
              <a:sym typeface="Arial"/>
            </a:endParaRPr>
          </a:p>
        </p:txBody>
      </p:sp>
      <p:sp>
        <p:nvSpPr>
          <p:cNvPr id="423" name="Google Shape;423;p16"/>
          <p:cNvSpPr txBox="1"/>
          <p:nvPr/>
        </p:nvSpPr>
        <p:spPr>
          <a:xfrm>
            <a:off x="188700" y="7790775"/>
            <a:ext cx="3017700" cy="209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accent2"/>
                </a:solidFill>
                <a:latin typeface="Arial"/>
                <a:ea typeface="Arial"/>
                <a:cs typeface="Arial"/>
                <a:sym typeface="Arial"/>
              </a:rPr>
              <a:t>Keys to success</a:t>
            </a:r>
            <a:endParaRPr b="1" i="0" sz="1200" u="none" cap="none" strike="noStrike">
              <a:solidFill>
                <a:srgbClr val="000000"/>
              </a:solidFill>
              <a:latin typeface="Arial"/>
              <a:ea typeface="Arial"/>
              <a:cs typeface="Arial"/>
              <a:sym typeface="Arial"/>
            </a:endParaRPr>
          </a:p>
          <a:p>
            <a:pPr indent="-298450" lvl="0" marL="457200" marR="0" rtl="0" algn="l">
              <a:lnSpc>
                <a:spcPct val="115000"/>
              </a:lnSpc>
              <a:spcBef>
                <a:spcPts val="1000"/>
              </a:spcBef>
              <a:spcAft>
                <a:spcPts val="0"/>
              </a:spcAft>
              <a:buClr>
                <a:schemeClr val="accent2"/>
              </a:buClr>
              <a:buSzPts val="1100"/>
              <a:buFont typeface="Arial"/>
              <a:buChar char="●"/>
            </a:pPr>
            <a:r>
              <a:rPr b="0" i="0" lang="en" sz="1100" u="none" cap="none" strike="noStrike">
                <a:solidFill>
                  <a:schemeClr val="accent2"/>
                </a:solidFill>
                <a:latin typeface="Arial"/>
                <a:ea typeface="Arial"/>
                <a:cs typeface="Arial"/>
                <a:sym typeface="Arial"/>
              </a:rPr>
              <a:t>Ensuring with New York City TLC that the sample provided is an accurate reflection of their data as a whole.</a:t>
            </a:r>
            <a:endParaRPr b="0" i="0" sz="1100" u="none" cap="none" strike="noStrike">
              <a:solidFill>
                <a:schemeClr val="accent2"/>
              </a:solidFill>
              <a:latin typeface="Arial"/>
              <a:ea typeface="Arial"/>
              <a:cs typeface="Arial"/>
              <a:sym typeface="Arial"/>
            </a:endParaRPr>
          </a:p>
          <a:p>
            <a:pPr indent="-298450" lvl="0" marL="457200" marR="0" rtl="0" algn="l">
              <a:lnSpc>
                <a:spcPct val="115000"/>
              </a:lnSpc>
              <a:spcBef>
                <a:spcPts val="1000"/>
              </a:spcBef>
              <a:spcAft>
                <a:spcPts val="0"/>
              </a:spcAft>
              <a:buClr>
                <a:schemeClr val="accent2"/>
              </a:buClr>
              <a:buSzPts val="1100"/>
              <a:buFont typeface="Arial"/>
              <a:buChar char="●"/>
            </a:pPr>
            <a:r>
              <a:rPr b="0" i="0" lang="en" sz="1100" u="none" cap="none" strike="noStrike">
                <a:solidFill>
                  <a:schemeClr val="accent2"/>
                </a:solidFill>
                <a:latin typeface="Arial"/>
                <a:ea typeface="Arial"/>
                <a:cs typeface="Arial"/>
                <a:sym typeface="Arial"/>
              </a:rPr>
              <a:t>Plan for handling other outliers, such as low trip distance paired with high costs.</a:t>
            </a:r>
            <a:endParaRPr b="0" i="0" sz="1100" u="none" cap="none" strike="noStrike">
              <a:solidFill>
                <a:schemeClr val="accent2"/>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1100"/>
              <a:buFont typeface="Arial"/>
              <a:buNone/>
            </a:pPr>
            <a:r>
              <a:t/>
            </a:r>
            <a:endParaRPr b="0" i="0" sz="1100" u="none" cap="none" strike="noStrike">
              <a:solidFill>
                <a:schemeClr val="accent2"/>
              </a:solidFill>
              <a:latin typeface="Arial"/>
              <a:ea typeface="Arial"/>
              <a:cs typeface="Arial"/>
              <a:sym typeface="Arial"/>
            </a:endParaRPr>
          </a:p>
        </p:txBody>
      </p:sp>
      <p:sp>
        <p:nvSpPr>
          <p:cNvPr id="424" name="Google Shape;424;p16"/>
          <p:cNvSpPr txBox="1"/>
          <p:nvPr/>
        </p:nvSpPr>
        <p:spPr>
          <a:xfrm>
            <a:off x="163725" y="4024075"/>
            <a:ext cx="3017700" cy="3293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1" i="0" lang="en" sz="1100" u="none" cap="none" strike="noStrike">
                <a:solidFill>
                  <a:schemeClr val="accent2"/>
                </a:solidFill>
                <a:latin typeface="Arial"/>
                <a:ea typeface="Arial"/>
                <a:cs typeface="Arial"/>
                <a:sym typeface="Arial"/>
              </a:rPr>
              <a:t>The Problem:</a:t>
            </a:r>
            <a:r>
              <a:rPr b="0" i="0" lang="en" sz="1100" u="none" cap="none" strike="noStrike">
                <a:solidFill>
                  <a:schemeClr val="accent2"/>
                </a:solidFill>
                <a:latin typeface="Arial"/>
                <a:ea typeface="Arial"/>
                <a:cs typeface="Arial"/>
                <a:sym typeface="Arial"/>
              </a:rPr>
              <a:t> After running initial exploratory data analysis (EDA) on a sample of the data provided by New York City TLC, it is clear that some of the data will prove an obstacle for accurate ride fare prediction. Namely, trips that have a total cost entered, but a total distance of “0.” At this point, our analysis indicates these to be anomalies or outliers that need to be factored into the algorithm or removed completely.</a:t>
            </a:r>
            <a:endParaRPr b="0" i="0" sz="1100" u="none" cap="none" strike="noStrike">
              <a:solidFill>
                <a:schemeClr val="accent2"/>
              </a:solidFill>
              <a:latin typeface="Arial"/>
              <a:ea typeface="Arial"/>
              <a:cs typeface="Arial"/>
              <a:sym typeface="Arial"/>
            </a:endParaRPr>
          </a:p>
        </p:txBody>
      </p:sp>
      <p:sp>
        <p:nvSpPr>
          <p:cNvPr id="425" name="Google Shape;425;p16"/>
          <p:cNvSpPr txBox="1"/>
          <p:nvPr/>
        </p:nvSpPr>
        <p:spPr>
          <a:xfrm>
            <a:off x="188700" y="6786325"/>
            <a:ext cx="3017700" cy="10455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1" i="0" lang="en" sz="1100" u="none" cap="none" strike="noStrike">
                <a:solidFill>
                  <a:schemeClr val="accent2"/>
                </a:solidFill>
                <a:latin typeface="Arial"/>
                <a:ea typeface="Arial"/>
                <a:cs typeface="Arial"/>
                <a:sym typeface="Arial"/>
              </a:rPr>
              <a:t>Proposed solution: </a:t>
            </a:r>
            <a:r>
              <a:rPr b="0" i="0" lang="en" sz="1100" u="none" cap="none" strike="noStrike">
                <a:solidFill>
                  <a:schemeClr val="accent2"/>
                </a:solidFill>
                <a:latin typeface="Arial"/>
                <a:ea typeface="Arial"/>
                <a:cs typeface="Arial"/>
                <a:sym typeface="Arial"/>
              </a:rPr>
              <a:t>After analysis, we recommend removing outliers with a total distanced recorded of 0. </a:t>
            </a:r>
            <a:endParaRPr b="0" i="0" sz="1100" u="none" cap="none" strike="noStrike">
              <a:solidFill>
                <a:schemeClr val="accent2"/>
              </a:solidFill>
              <a:latin typeface="Arial"/>
              <a:ea typeface="Arial"/>
              <a:cs typeface="Arial"/>
              <a:sym typeface="Arial"/>
            </a:endParaRPr>
          </a:p>
        </p:txBody>
      </p:sp>
      <p:sp>
        <p:nvSpPr>
          <p:cNvPr id="426" name="Google Shape;426;p16"/>
          <p:cNvSpPr txBox="1"/>
          <p:nvPr/>
        </p:nvSpPr>
        <p:spPr>
          <a:xfrm>
            <a:off x="3295650" y="7531200"/>
            <a:ext cx="4301400" cy="22320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50000"/>
              </a:lnSpc>
              <a:spcBef>
                <a:spcPts val="1000"/>
              </a:spcBef>
              <a:spcAft>
                <a:spcPts val="0"/>
              </a:spcAft>
              <a:buClr>
                <a:schemeClr val="accent2"/>
              </a:buClr>
              <a:buSzPts val="1100"/>
              <a:buFont typeface="Arial"/>
              <a:buChar char="●"/>
            </a:pPr>
            <a:r>
              <a:rPr b="0" i="0" lang="en" sz="1100" u="none" cap="none" strike="noStrike">
                <a:solidFill>
                  <a:schemeClr val="accent2"/>
                </a:solidFill>
                <a:latin typeface="Arial"/>
                <a:ea typeface="Arial"/>
                <a:cs typeface="Arial"/>
                <a:sym typeface="Arial"/>
              </a:rPr>
              <a:t>Determine any unusual data points that could pose a problem for future analysis in predicting trip fares.</a:t>
            </a:r>
            <a:endParaRPr b="0" i="0" sz="1100" u="none" cap="none" strike="noStrike">
              <a:solidFill>
                <a:schemeClr val="accent2"/>
              </a:solidFill>
              <a:latin typeface="Arial"/>
              <a:ea typeface="Arial"/>
              <a:cs typeface="Arial"/>
              <a:sym typeface="Arial"/>
            </a:endParaRPr>
          </a:p>
          <a:p>
            <a:pPr indent="-298450" lvl="1" marL="914400" marR="0" rtl="0" algn="l">
              <a:lnSpc>
                <a:spcPct val="150000"/>
              </a:lnSpc>
              <a:spcBef>
                <a:spcPts val="0"/>
              </a:spcBef>
              <a:spcAft>
                <a:spcPts val="0"/>
              </a:spcAft>
              <a:buClr>
                <a:schemeClr val="accent2"/>
              </a:buClr>
              <a:buSzPts val="1100"/>
              <a:buFont typeface="Arial"/>
              <a:buChar char="○"/>
            </a:pPr>
            <a:r>
              <a:rPr b="0" i="0" lang="en" sz="1100" u="none" cap="none" strike="noStrike">
                <a:solidFill>
                  <a:schemeClr val="accent2"/>
                </a:solidFill>
                <a:latin typeface="Arial"/>
                <a:ea typeface="Arial"/>
                <a:cs typeface="Arial"/>
                <a:sym typeface="Arial"/>
              </a:rPr>
              <a:t>For example, locations that have longer durations.</a:t>
            </a:r>
            <a:endParaRPr b="0" i="0" sz="1100" u="none" cap="none" strike="noStrike">
              <a:solidFill>
                <a:schemeClr val="accent2"/>
              </a:solidFill>
              <a:latin typeface="Arial"/>
              <a:ea typeface="Arial"/>
              <a:cs typeface="Arial"/>
              <a:sym typeface="Arial"/>
            </a:endParaRPr>
          </a:p>
          <a:p>
            <a:pPr indent="-298450" lvl="0" marL="457200" marR="0" rtl="0" algn="l">
              <a:lnSpc>
                <a:spcPct val="150000"/>
              </a:lnSpc>
              <a:spcBef>
                <a:spcPts val="1000"/>
              </a:spcBef>
              <a:spcAft>
                <a:spcPts val="0"/>
              </a:spcAft>
              <a:buClr>
                <a:schemeClr val="accent2"/>
              </a:buClr>
              <a:buSzPts val="1100"/>
              <a:buFont typeface="Arial"/>
              <a:buChar char="●"/>
            </a:pPr>
            <a:r>
              <a:rPr b="0" i="0" lang="en" sz="1100" u="none" cap="none" strike="noStrike">
                <a:solidFill>
                  <a:schemeClr val="accent2"/>
                </a:solidFill>
                <a:latin typeface="Arial"/>
                <a:ea typeface="Arial"/>
                <a:cs typeface="Arial"/>
                <a:sym typeface="Arial"/>
              </a:rPr>
              <a:t>Determine the variables that have the largest impact on trip fares.</a:t>
            </a:r>
            <a:endParaRPr b="0" i="0" sz="1100" u="none" cap="none" strike="noStrike">
              <a:solidFill>
                <a:schemeClr val="accent2"/>
              </a:solidFill>
              <a:latin typeface="Arial"/>
              <a:ea typeface="Arial"/>
              <a:cs typeface="Arial"/>
              <a:sym typeface="Arial"/>
            </a:endParaRPr>
          </a:p>
          <a:p>
            <a:pPr indent="-298450" lvl="0" marL="457200" marR="0" rtl="0" algn="l">
              <a:lnSpc>
                <a:spcPct val="150000"/>
              </a:lnSpc>
              <a:spcBef>
                <a:spcPts val="1000"/>
              </a:spcBef>
              <a:spcAft>
                <a:spcPts val="1000"/>
              </a:spcAft>
              <a:buClr>
                <a:schemeClr val="accent2"/>
              </a:buClr>
              <a:buSzPts val="1100"/>
              <a:buFont typeface="Arial"/>
              <a:buChar char="●"/>
            </a:pPr>
            <a:r>
              <a:rPr b="0" i="0" lang="en" sz="1100" u="none" cap="none" strike="noStrike">
                <a:solidFill>
                  <a:schemeClr val="accent2"/>
                </a:solidFill>
                <a:latin typeface="Arial"/>
                <a:ea typeface="Arial"/>
                <a:cs typeface="Arial"/>
                <a:sym typeface="Arial"/>
              </a:rPr>
              <a:t>Filter down to consider the most relevant variables for running regression, statistical analysis, and parameter tuning.</a:t>
            </a:r>
            <a:endParaRPr b="0" i="0" sz="1100" u="none" cap="none" strike="noStrike">
              <a:solidFill>
                <a:schemeClr val="accent2"/>
              </a:solidFill>
              <a:latin typeface="Arial"/>
              <a:ea typeface="Arial"/>
              <a:cs typeface="Arial"/>
              <a:sym typeface="Arial"/>
            </a:endParaRPr>
          </a:p>
        </p:txBody>
      </p:sp>
      <p:pic>
        <p:nvPicPr>
          <p:cNvPr id="427" name="Google Shape;427;p16"/>
          <p:cNvPicPr preferRelativeResize="0"/>
          <p:nvPr/>
        </p:nvPicPr>
        <p:blipFill rotWithShape="1">
          <a:blip r:embed="rId3">
            <a:alphaModFix/>
          </a:blip>
          <a:srcRect b="0" l="0" r="0" t="0"/>
          <a:stretch/>
        </p:blipFill>
        <p:spPr>
          <a:xfrm>
            <a:off x="3623200" y="4170617"/>
            <a:ext cx="3814780" cy="2307908"/>
          </a:xfrm>
          <a:prstGeom prst="rect">
            <a:avLst/>
          </a:prstGeom>
          <a:noFill/>
          <a:ln>
            <a:noFill/>
          </a:ln>
        </p:spPr>
      </p:pic>
      <p:pic>
        <p:nvPicPr>
          <p:cNvPr id="428" name="Google Shape;428;p16"/>
          <p:cNvPicPr preferRelativeResize="0"/>
          <p:nvPr/>
        </p:nvPicPr>
        <p:blipFill>
          <a:blip r:embed="rId4">
            <a:alphaModFix/>
          </a:blip>
          <a:stretch>
            <a:fillRect/>
          </a:stretch>
        </p:blipFill>
        <p:spPr>
          <a:xfrm>
            <a:off x="5380200" y="200280"/>
            <a:ext cx="2216842" cy="1045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