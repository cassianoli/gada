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4"/>
  </p:sldMasterIdLst>
  <p:notesMasterIdLst>
    <p:notesMasterId r:id="rId5"/>
  </p:notesMasterIdLst>
  <p:sldIdLst>
    <p:sldId id="256" r:id="rId6"/>
  </p:sldIdLst>
  <p:sldSz cy="10058400" cx="7772400"/>
  <p:notesSz cx="6858000" cy="9144000"/>
  <p:embeddedFontLst>
    <p:embeddedFont>
      <p:font typeface="Roboto"/>
      <p:regular r:id="rId7"/>
      <p:bold r:id="rId8"/>
      <p:italic r:id="rId9"/>
      <p:boldItalic r:id="rId10"/>
    </p:embeddedFont>
    <p:embeddedFont>
      <p:font typeface="PT Sans Narrow"/>
      <p:regular r:id="rId11"/>
      <p:bold r:id="rId12"/>
    </p:embeddedFont>
    <p:embeddedFont>
      <p:font typeface="Work Sans"/>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2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21"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PTSansNarrow-regular.fntdata"/><Relationship Id="rId10" Type="http://schemas.openxmlformats.org/officeDocument/2006/relationships/font" Target="fonts/Roboto-boldItalic.fntdata"/><Relationship Id="rId13" Type="http://schemas.openxmlformats.org/officeDocument/2006/relationships/font" Target="fonts/WorkSans-regular.fntdata"/><Relationship Id="rId12" Type="http://schemas.openxmlformats.org/officeDocument/2006/relationships/font" Target="fonts/PTSansNarrow-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italic.fntdata"/><Relationship Id="rId15" Type="http://schemas.openxmlformats.org/officeDocument/2006/relationships/font" Target="fonts/WorkSans-italic.fntdata"/><Relationship Id="rId14" Type="http://schemas.openxmlformats.org/officeDocument/2006/relationships/font" Target="fonts/WorkSans-bold.fntdata"/><Relationship Id="rId16" Type="http://schemas.openxmlformats.org/officeDocument/2006/relationships/font" Target="fonts/Work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oboto-regular.fntdata"/><Relationship Id="rId8" Type="http://schemas.openxmlformats.org/officeDocument/2006/relationships/font" Target="fonts/Robo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notes"/>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 name="Google Shape;1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3">
  <p:cSld name="CUSTOM_2_1">
    <p:spTree>
      <p:nvGrpSpPr>
        <p:cNvPr id="10" name="Shape 10"/>
        <p:cNvGrpSpPr/>
        <p:nvPr/>
      </p:nvGrpSpPr>
      <p:grpSpPr>
        <a:xfrm>
          <a:off x="0" y="0"/>
          <a:ext cx="0" cy="0"/>
          <a:chOff x="0" y="0"/>
          <a:chExt cx="0" cy="0"/>
        </a:xfrm>
      </p:grpSpPr>
      <p:sp>
        <p:nvSpPr>
          <p:cNvPr id="11" name="Google Shape;11;p2"/>
          <p:cNvSpPr txBox="1"/>
          <p:nvPr>
            <p:ph idx="1" type="body"/>
          </p:nvPr>
        </p:nvSpPr>
        <p:spPr>
          <a:xfrm>
            <a:off x="438138" y="4143950"/>
            <a:ext cx="3108300" cy="2370000"/>
          </a:xfrm>
          <a:prstGeom prst="rect">
            <a:avLst/>
          </a:prstGeom>
          <a:noFill/>
          <a:ln>
            <a:noFill/>
          </a:ln>
        </p:spPr>
        <p:txBody>
          <a:bodyPr anchorCtr="0" anchor="t" bIns="91425" lIns="57150"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 name="Google Shape;12;p2"/>
          <p:cNvSpPr txBox="1"/>
          <p:nvPr>
            <p:ph idx="2" type="body"/>
          </p:nvPr>
        </p:nvSpPr>
        <p:spPr>
          <a:xfrm>
            <a:off x="413425" y="1939675"/>
            <a:ext cx="6896100" cy="10275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cxnSp>
        <p:nvCxnSpPr>
          <p:cNvPr id="13" name="Google Shape;13;p2"/>
          <p:cNvCxnSpPr/>
          <p:nvPr/>
        </p:nvCxnSpPr>
        <p:spPr>
          <a:xfrm>
            <a:off x="417975" y="1604200"/>
            <a:ext cx="0" cy="8480400"/>
          </a:xfrm>
          <a:prstGeom prst="straightConnector1">
            <a:avLst/>
          </a:prstGeom>
          <a:noFill/>
          <a:ln cap="flat" cmpd="sng" w="9525">
            <a:solidFill>
              <a:srgbClr val="B7B7B7"/>
            </a:solidFill>
            <a:prstDash val="solid"/>
            <a:round/>
            <a:headEnd len="sm" w="sm" type="none"/>
            <a:tailEnd len="sm" w="sm" type="none"/>
          </a:ln>
        </p:spPr>
      </p:cxnSp>
      <p:grpSp>
        <p:nvGrpSpPr>
          <p:cNvPr id="14" name="Google Shape;14;p2"/>
          <p:cNvGrpSpPr/>
          <p:nvPr/>
        </p:nvGrpSpPr>
        <p:grpSpPr>
          <a:xfrm>
            <a:off x="404725" y="1529075"/>
            <a:ext cx="6908400" cy="72025"/>
            <a:chOff x="404725" y="1681475"/>
            <a:chExt cx="6908400" cy="72025"/>
          </a:xfrm>
        </p:grpSpPr>
        <p:cxnSp>
          <p:nvCxnSpPr>
            <p:cNvPr id="15" name="Google Shape;15;p2"/>
            <p:cNvCxnSpPr/>
            <p:nvPr/>
          </p:nvCxnSpPr>
          <p:spPr>
            <a:xfrm flipH="1" rot="10800000">
              <a:off x="404725" y="1681475"/>
              <a:ext cx="6908400" cy="16800"/>
            </a:xfrm>
            <a:prstGeom prst="straightConnector1">
              <a:avLst/>
            </a:prstGeom>
            <a:noFill/>
            <a:ln cap="flat" cmpd="sng" w="38100">
              <a:solidFill>
                <a:srgbClr val="666666"/>
              </a:solidFill>
              <a:prstDash val="solid"/>
              <a:round/>
              <a:headEnd len="sm" w="sm" type="none"/>
              <a:tailEnd len="sm" w="sm" type="none"/>
            </a:ln>
          </p:spPr>
        </p:cxnSp>
        <p:cxnSp>
          <p:nvCxnSpPr>
            <p:cNvPr id="16" name="Google Shape;16;p2"/>
            <p:cNvCxnSpPr/>
            <p:nvPr/>
          </p:nvCxnSpPr>
          <p:spPr>
            <a:xfrm flipH="1" rot="10800000">
              <a:off x="404725" y="1736700"/>
              <a:ext cx="6908400" cy="16800"/>
            </a:xfrm>
            <a:prstGeom prst="straightConnector1">
              <a:avLst/>
            </a:prstGeom>
            <a:noFill/>
            <a:ln cap="flat" cmpd="sng" w="38100">
              <a:solidFill>
                <a:srgbClr val="666666"/>
              </a:solidFill>
              <a:prstDash val="solid"/>
              <a:round/>
              <a:headEnd len="sm" w="sm" type="none"/>
              <a:tailEnd len="sm" w="sm" type="none"/>
            </a:ln>
          </p:spPr>
        </p:cxnSp>
      </p:grpSp>
      <p:cxnSp>
        <p:nvCxnSpPr>
          <p:cNvPr id="17" name="Google Shape;17;p2"/>
          <p:cNvCxnSpPr/>
          <p:nvPr/>
        </p:nvCxnSpPr>
        <p:spPr>
          <a:xfrm>
            <a:off x="7309525" y="1561900"/>
            <a:ext cx="0" cy="8565000"/>
          </a:xfrm>
          <a:prstGeom prst="straightConnector1">
            <a:avLst/>
          </a:prstGeom>
          <a:noFill/>
          <a:ln cap="flat" cmpd="sng" w="9525">
            <a:solidFill>
              <a:srgbClr val="B7B7B7"/>
            </a:solidFill>
            <a:prstDash val="solid"/>
            <a:round/>
            <a:headEnd len="sm" w="sm" type="none"/>
            <a:tailEnd len="sm" w="sm" type="none"/>
          </a:ln>
        </p:spPr>
      </p:cxnSp>
      <p:sp>
        <p:nvSpPr>
          <p:cNvPr id="18" name="Google Shape;18;p2"/>
          <p:cNvSpPr txBox="1"/>
          <p:nvPr>
            <p:ph type="title"/>
          </p:nvPr>
        </p:nvSpPr>
        <p:spPr>
          <a:xfrm>
            <a:off x="404725" y="246200"/>
            <a:ext cx="6908400" cy="7713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100"/>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19" name="Google Shape;19;p2"/>
          <p:cNvSpPr txBox="1"/>
          <p:nvPr>
            <p:ph idx="3" type="subTitle"/>
          </p:nvPr>
        </p:nvSpPr>
        <p:spPr>
          <a:xfrm>
            <a:off x="2249425" y="827075"/>
            <a:ext cx="3219000" cy="269100"/>
          </a:xfrm>
          <a:prstGeom prst="rect">
            <a:avLst/>
          </a:prstGeom>
          <a:noFill/>
          <a:ln>
            <a:noFill/>
          </a:ln>
        </p:spPr>
        <p:txBody>
          <a:bodyPr anchorCtr="0" anchor="t" bIns="91425" lIns="91425" spcFirstLastPara="1" rIns="91425" wrap="square" tIns="91425">
            <a:spAutoFit/>
          </a:bodyPr>
          <a:lstStyle>
            <a:lvl1pPr lvl="0" algn="ctr">
              <a:lnSpc>
                <a:spcPct val="115000"/>
              </a:lnSpc>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cxnSp>
        <p:nvCxnSpPr>
          <p:cNvPr id="20" name="Google Shape;20;p2"/>
          <p:cNvCxnSpPr/>
          <p:nvPr/>
        </p:nvCxnSpPr>
        <p:spPr>
          <a:xfrm rot="10800000">
            <a:off x="438150" y="3505200"/>
            <a:ext cx="6896100" cy="0"/>
          </a:xfrm>
          <a:prstGeom prst="straightConnector1">
            <a:avLst/>
          </a:prstGeom>
          <a:noFill/>
          <a:ln cap="flat" cmpd="sng" w="9525">
            <a:solidFill>
              <a:srgbClr val="CCCCCC"/>
            </a:solidFill>
            <a:prstDash val="solid"/>
            <a:round/>
            <a:headEnd len="sm" w="sm" type="none"/>
            <a:tailEnd len="sm" w="sm" type="none"/>
          </a:ln>
        </p:spPr>
      </p:cxnSp>
      <p:cxnSp>
        <p:nvCxnSpPr>
          <p:cNvPr id="21" name="Google Shape;21;p2"/>
          <p:cNvCxnSpPr/>
          <p:nvPr/>
        </p:nvCxnSpPr>
        <p:spPr>
          <a:xfrm>
            <a:off x="3886200" y="3534350"/>
            <a:ext cx="0" cy="6566700"/>
          </a:xfrm>
          <a:prstGeom prst="straightConnector1">
            <a:avLst/>
          </a:prstGeom>
          <a:noFill/>
          <a:ln cap="flat" cmpd="sng" w="9525">
            <a:solidFill>
              <a:srgbClr val="B7B7B7"/>
            </a:solidFill>
            <a:prstDash val="solid"/>
            <a:round/>
            <a:headEnd len="sm" w="sm" type="none"/>
            <a:tailEnd len="sm" w="sm" type="none"/>
          </a:ln>
        </p:spPr>
      </p:cxnSp>
      <p:grpSp>
        <p:nvGrpSpPr>
          <p:cNvPr id="22" name="Google Shape;22;p2"/>
          <p:cNvGrpSpPr/>
          <p:nvPr/>
        </p:nvGrpSpPr>
        <p:grpSpPr>
          <a:xfrm>
            <a:off x="417975" y="1732850"/>
            <a:ext cx="2357775" cy="410125"/>
            <a:chOff x="417975" y="1885250"/>
            <a:chExt cx="2357775" cy="410125"/>
          </a:xfrm>
        </p:grpSpPr>
        <p:sp>
          <p:nvSpPr>
            <p:cNvPr id="23" name="Google Shape;23;p2"/>
            <p:cNvSpPr/>
            <p:nvPr/>
          </p:nvSpPr>
          <p:spPr>
            <a:xfrm>
              <a:off x="417975" y="1885250"/>
              <a:ext cx="2020800" cy="410100"/>
            </a:xfrm>
            <a:prstGeom prst="rect">
              <a:avLst/>
            </a:prstGeom>
            <a:solidFill>
              <a:schemeClr val="dk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rot="10800000">
              <a:off x="2236350" y="1885875"/>
              <a:ext cx="539400" cy="409500"/>
            </a:xfrm>
            <a:prstGeom prst="chevron">
              <a:avLst>
                <a:gd fmla="val 50000" name="adj"/>
              </a:avLst>
            </a:prstGeom>
            <a:solidFill>
              <a:schemeClr val="dk2"/>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
            <p:cNvSpPr/>
            <p:nvPr/>
          </p:nvSpPr>
          <p:spPr>
            <a:xfrm>
              <a:off x="446175" y="1905300"/>
              <a:ext cx="1946700" cy="364200"/>
            </a:xfrm>
            <a:prstGeom prst="rect">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
            <p:cNvSpPr/>
            <p:nvPr/>
          </p:nvSpPr>
          <p:spPr>
            <a:xfrm rot="10800000">
              <a:off x="2198100" y="1906000"/>
              <a:ext cx="519600" cy="363600"/>
            </a:xfrm>
            <a:prstGeom prst="chevron">
              <a:avLst>
                <a:gd fmla="val 50000" name="adj"/>
              </a:avLst>
            </a:prstGeom>
            <a:solidFill>
              <a:srgbClr val="B7B7B7"/>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 name="Google Shape;27;p2"/>
          <p:cNvGrpSpPr/>
          <p:nvPr/>
        </p:nvGrpSpPr>
        <p:grpSpPr>
          <a:xfrm>
            <a:off x="417975" y="3505200"/>
            <a:ext cx="2357775" cy="410125"/>
            <a:chOff x="265575" y="3352800"/>
            <a:chExt cx="2357775" cy="410125"/>
          </a:xfrm>
        </p:grpSpPr>
        <p:sp>
          <p:nvSpPr>
            <p:cNvPr id="28" name="Google Shape;28;p2"/>
            <p:cNvSpPr/>
            <p:nvPr/>
          </p:nvSpPr>
          <p:spPr>
            <a:xfrm>
              <a:off x="265575" y="3352800"/>
              <a:ext cx="2020800" cy="410100"/>
            </a:xfrm>
            <a:prstGeom prst="rect">
              <a:avLst/>
            </a:prstGeom>
            <a:solidFill>
              <a:schemeClr val="dk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rot="10800000">
              <a:off x="2083950" y="3353425"/>
              <a:ext cx="539400" cy="409500"/>
            </a:xfrm>
            <a:prstGeom prst="chevron">
              <a:avLst>
                <a:gd fmla="val 50000" name="adj"/>
              </a:avLst>
            </a:prstGeom>
            <a:solidFill>
              <a:schemeClr val="dk2"/>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293775" y="3372850"/>
              <a:ext cx="1946700" cy="364200"/>
            </a:xfrm>
            <a:prstGeom prst="rect">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
            <p:cNvSpPr/>
            <p:nvPr/>
          </p:nvSpPr>
          <p:spPr>
            <a:xfrm rot="10800000">
              <a:off x="2045700" y="3373550"/>
              <a:ext cx="519600" cy="363600"/>
            </a:xfrm>
            <a:prstGeom prst="chevron">
              <a:avLst>
                <a:gd fmla="val 50000" name="adj"/>
              </a:avLst>
            </a:prstGeom>
            <a:solidFill>
              <a:srgbClr val="B7B7B7"/>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 name="Google Shape;32;p2"/>
          <p:cNvGrpSpPr/>
          <p:nvPr/>
        </p:nvGrpSpPr>
        <p:grpSpPr>
          <a:xfrm>
            <a:off x="3872044" y="3505200"/>
            <a:ext cx="2747987" cy="410125"/>
            <a:chOff x="3567313" y="3200400"/>
            <a:chExt cx="2357775" cy="410125"/>
          </a:xfrm>
        </p:grpSpPr>
        <p:sp>
          <p:nvSpPr>
            <p:cNvPr id="33" name="Google Shape;33;p2"/>
            <p:cNvSpPr/>
            <p:nvPr/>
          </p:nvSpPr>
          <p:spPr>
            <a:xfrm>
              <a:off x="3567313" y="3200400"/>
              <a:ext cx="2020800" cy="410100"/>
            </a:xfrm>
            <a:prstGeom prst="rect">
              <a:avLst/>
            </a:prstGeom>
            <a:solidFill>
              <a:schemeClr val="dk2"/>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rot="10800000">
              <a:off x="5385688" y="3201025"/>
              <a:ext cx="539400" cy="409500"/>
            </a:xfrm>
            <a:prstGeom prst="chevron">
              <a:avLst>
                <a:gd fmla="val 50000" name="adj"/>
              </a:avLst>
            </a:prstGeom>
            <a:solidFill>
              <a:schemeClr val="dk2"/>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
            <p:cNvSpPr/>
            <p:nvPr/>
          </p:nvSpPr>
          <p:spPr>
            <a:xfrm>
              <a:off x="3595513" y="3220450"/>
              <a:ext cx="1946700" cy="364200"/>
            </a:xfrm>
            <a:prstGeom prst="rect">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
            <p:cNvSpPr/>
            <p:nvPr/>
          </p:nvSpPr>
          <p:spPr>
            <a:xfrm rot="10800000">
              <a:off x="5393639" y="3221150"/>
              <a:ext cx="473400" cy="363600"/>
            </a:xfrm>
            <a:prstGeom prst="chevron">
              <a:avLst>
                <a:gd fmla="val 50000" name="adj"/>
              </a:avLst>
            </a:prstGeom>
            <a:solidFill>
              <a:srgbClr val="B7B7B7"/>
            </a:solidFill>
            <a:ln cap="flat" cmpd="sng" w="9525">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7" name="Google Shape;37;p2"/>
          <p:cNvGrpSpPr/>
          <p:nvPr/>
        </p:nvGrpSpPr>
        <p:grpSpPr>
          <a:xfrm>
            <a:off x="417963" y="7359750"/>
            <a:ext cx="2357775" cy="410125"/>
            <a:chOff x="-39237" y="6140550"/>
            <a:chExt cx="2357775" cy="410125"/>
          </a:xfrm>
        </p:grpSpPr>
        <p:sp>
          <p:nvSpPr>
            <p:cNvPr id="38" name="Google Shape;38;p2"/>
            <p:cNvSpPr/>
            <p:nvPr/>
          </p:nvSpPr>
          <p:spPr>
            <a:xfrm>
              <a:off x="-39237" y="6140550"/>
              <a:ext cx="2020800" cy="410100"/>
            </a:xfrm>
            <a:prstGeom prst="rect">
              <a:avLst/>
            </a:prstGeom>
            <a:solidFill>
              <a:schemeClr val="dk2"/>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rot="10800000">
              <a:off x="1779138" y="6141175"/>
              <a:ext cx="539400" cy="409500"/>
            </a:xfrm>
            <a:prstGeom prst="chevron">
              <a:avLst>
                <a:gd fmla="val 50000" name="adj"/>
              </a:avLst>
            </a:prstGeom>
            <a:solidFill>
              <a:schemeClr val="dk2"/>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11037" y="6160600"/>
              <a:ext cx="1946700" cy="364200"/>
            </a:xfrm>
            <a:prstGeom prst="rect">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
            <p:cNvSpPr/>
            <p:nvPr/>
          </p:nvSpPr>
          <p:spPr>
            <a:xfrm rot="10800000">
              <a:off x="1740888" y="6161300"/>
              <a:ext cx="519600" cy="363600"/>
            </a:xfrm>
            <a:prstGeom prst="chevron">
              <a:avLst>
                <a:gd fmla="val 50000" name="adj"/>
              </a:avLst>
            </a:prstGeom>
            <a:solidFill>
              <a:srgbClr val="B7B7B7"/>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2" name="Google Shape;42;p2"/>
          <p:cNvSpPr txBox="1"/>
          <p:nvPr/>
        </p:nvSpPr>
        <p:spPr>
          <a:xfrm>
            <a:off x="402100" y="1756125"/>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OVERVIEW</a:t>
            </a:r>
            <a:endParaRPr b="1" i="0" sz="1400" u="none" cap="none" strike="noStrike">
              <a:solidFill>
                <a:srgbClr val="000000"/>
              </a:solidFill>
              <a:latin typeface="Arial"/>
              <a:ea typeface="Arial"/>
              <a:cs typeface="Arial"/>
              <a:sym typeface="Arial"/>
            </a:endParaRPr>
          </a:p>
        </p:txBody>
      </p:sp>
      <p:sp>
        <p:nvSpPr>
          <p:cNvPr id="43" name="Google Shape;43;p2"/>
          <p:cNvSpPr txBox="1"/>
          <p:nvPr/>
        </p:nvSpPr>
        <p:spPr>
          <a:xfrm>
            <a:off x="476200" y="3505199"/>
            <a:ext cx="179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PROJECT STATUS </a:t>
            </a:r>
            <a:endParaRPr b="1" i="0" sz="1400" u="none" cap="none" strike="noStrike">
              <a:solidFill>
                <a:srgbClr val="000000"/>
              </a:solidFill>
              <a:latin typeface="Arial"/>
              <a:ea typeface="Arial"/>
              <a:cs typeface="Arial"/>
              <a:sym typeface="Arial"/>
            </a:endParaRPr>
          </a:p>
        </p:txBody>
      </p:sp>
      <p:sp>
        <p:nvSpPr>
          <p:cNvPr id="44" name="Google Shape;44;p2"/>
          <p:cNvSpPr txBox="1"/>
          <p:nvPr/>
        </p:nvSpPr>
        <p:spPr>
          <a:xfrm>
            <a:off x="476188" y="7364700"/>
            <a:ext cx="1947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NEXT STEPS </a:t>
            </a:r>
            <a:endParaRPr b="1" i="0" sz="1400" u="none" cap="none" strike="noStrike">
              <a:solidFill>
                <a:srgbClr val="000000"/>
              </a:solidFill>
              <a:latin typeface="Arial"/>
              <a:ea typeface="Arial"/>
              <a:cs typeface="Arial"/>
              <a:sym typeface="Arial"/>
            </a:endParaRPr>
          </a:p>
        </p:txBody>
      </p:sp>
      <p:sp>
        <p:nvSpPr>
          <p:cNvPr id="45" name="Google Shape;45;p2"/>
          <p:cNvSpPr txBox="1"/>
          <p:nvPr/>
        </p:nvSpPr>
        <p:spPr>
          <a:xfrm>
            <a:off x="3848750" y="3505200"/>
            <a:ext cx="1673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KEY INSIGHTS </a:t>
            </a:r>
            <a:endParaRPr b="1" i="0" sz="1400" u="none" cap="none" strike="noStrike">
              <a:solidFill>
                <a:srgbClr val="000000"/>
              </a:solidFill>
              <a:latin typeface="Arial"/>
              <a:ea typeface="Arial"/>
              <a:cs typeface="Arial"/>
              <a:sym typeface="Arial"/>
            </a:endParaRPr>
          </a:p>
        </p:txBody>
      </p:sp>
      <p:sp>
        <p:nvSpPr>
          <p:cNvPr id="46" name="Google Shape;46;p2"/>
          <p:cNvSpPr txBox="1"/>
          <p:nvPr>
            <p:ph idx="4" type="body"/>
          </p:nvPr>
        </p:nvSpPr>
        <p:spPr>
          <a:xfrm>
            <a:off x="438150" y="7812750"/>
            <a:ext cx="3108300" cy="2255400"/>
          </a:xfrm>
          <a:prstGeom prst="rect">
            <a:avLst/>
          </a:prstGeom>
          <a:noFill/>
          <a:ln>
            <a:noFill/>
          </a:ln>
        </p:spPr>
        <p:txBody>
          <a:bodyPr anchorCtr="0" anchor="t" bIns="91425" lIns="57150"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7" name="Google Shape;47;p2"/>
          <p:cNvSpPr txBox="1"/>
          <p:nvPr>
            <p:ph idx="5" type="body"/>
          </p:nvPr>
        </p:nvSpPr>
        <p:spPr>
          <a:xfrm>
            <a:off x="3905525" y="4267863"/>
            <a:ext cx="3219000" cy="2604300"/>
          </a:xfrm>
          <a:prstGeom prst="rect">
            <a:avLst/>
          </a:prstGeom>
          <a:noFill/>
          <a:ln>
            <a:noFill/>
          </a:ln>
        </p:spPr>
        <p:txBody>
          <a:bodyPr anchorCtr="0" anchor="t" bIns="91425" lIns="57150"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8" name="Google Shape;48;p2"/>
          <p:cNvSpPr txBox="1"/>
          <p:nvPr>
            <p:ph idx="6" type="subTitle"/>
          </p:nvPr>
        </p:nvSpPr>
        <p:spPr>
          <a:xfrm>
            <a:off x="4183575" y="9228125"/>
            <a:ext cx="3086700" cy="2850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SzPts val="1100"/>
              <a:buNone/>
              <a:defRPr i="1" sz="11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
        <p:nvSpPr>
          <p:cNvPr id="49" name="Google Shape;49;p2"/>
          <p:cNvSpPr/>
          <p:nvPr>
            <p:ph idx="7" type="pic"/>
          </p:nvPr>
        </p:nvSpPr>
        <p:spPr>
          <a:xfrm>
            <a:off x="4007763" y="6899688"/>
            <a:ext cx="3172200" cy="2357700"/>
          </a:xfrm>
          <a:prstGeom prst="rect">
            <a:avLst/>
          </a:prstGeom>
          <a:noFill/>
          <a:ln cap="flat" cmpd="sng" w="38100">
            <a:solidFill>
              <a:srgbClr val="000000"/>
            </a:solidFill>
            <a:prstDash val="solid"/>
            <a:round/>
            <a:headEnd len="sm" w="sm" type="none"/>
            <a:tailEnd len="sm" w="sm" type="none"/>
          </a:ln>
        </p:spPr>
      </p:sp>
    </p:spTree>
  </p:cSld>
  <p:clrMapOvr>
    <a:masterClrMapping/>
  </p:clrMapOvr>
  <p:extLst>
    <p:ext uri="{DCECCB84-F9BA-43D5-87BE-67443E8EF086}">
      <p15:sldGuideLst>
        <p15:guide id="1" pos="255">
          <p15:clr>
            <a:srgbClr val="FA7B17"/>
          </p15:clr>
        </p15:guide>
        <p15:guide id="2" orient="horz" pos="2922">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1" type="title">
  <p:cSld name="TITLE">
    <p:spTree>
      <p:nvGrpSpPr>
        <p:cNvPr id="50" name="Shape 50"/>
        <p:cNvGrpSpPr/>
        <p:nvPr/>
      </p:nvGrpSpPr>
      <p:grpSpPr>
        <a:xfrm>
          <a:off x="0" y="0"/>
          <a:ext cx="0" cy="0"/>
          <a:chOff x="0" y="0"/>
          <a:chExt cx="0" cy="0"/>
        </a:xfrm>
      </p:grpSpPr>
      <p:grpSp>
        <p:nvGrpSpPr>
          <p:cNvPr id="51" name="Google Shape;51;p3"/>
          <p:cNvGrpSpPr/>
          <p:nvPr/>
        </p:nvGrpSpPr>
        <p:grpSpPr>
          <a:xfrm>
            <a:off x="172055" y="1468890"/>
            <a:ext cx="7434543" cy="62982"/>
            <a:chOff x="1890075" y="5241175"/>
            <a:chExt cx="4240556" cy="257700"/>
          </a:xfrm>
        </p:grpSpPr>
        <p:sp>
          <p:nvSpPr>
            <p:cNvPr id="52" name="Google Shape;52;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53" name="Google Shape;53;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54" name="Google Shape;54;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55" name="Google Shape;55;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56" name="Google Shape;56;p3"/>
          <p:cNvSpPr/>
          <p:nvPr/>
        </p:nvSpPr>
        <p:spPr>
          <a:xfrm>
            <a:off x="172050" y="2765600"/>
            <a:ext cx="3076800" cy="7293000"/>
          </a:xfrm>
          <a:prstGeom prst="roundRect">
            <a:avLst>
              <a:gd fmla="val 0" name="adj"/>
            </a:avLst>
          </a:prstGeom>
          <a:solidFill>
            <a:srgbClr val="CCCC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nvGrpSpPr>
          <p:cNvPr id="57" name="Google Shape;57;p3"/>
          <p:cNvGrpSpPr/>
          <p:nvPr/>
        </p:nvGrpSpPr>
        <p:grpSpPr>
          <a:xfrm>
            <a:off x="168930" y="2702615"/>
            <a:ext cx="7434543" cy="62982"/>
            <a:chOff x="1890075" y="5241175"/>
            <a:chExt cx="4240556" cy="257700"/>
          </a:xfrm>
        </p:grpSpPr>
        <p:sp>
          <p:nvSpPr>
            <p:cNvPr id="58" name="Google Shape;58;p3"/>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59" name="Google Shape;59;p3"/>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0" name="Google Shape;60;p3"/>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1" name="Google Shape;61;p3"/>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cxnSp>
        <p:nvCxnSpPr>
          <p:cNvPr id="62" name="Google Shape;62;p3"/>
          <p:cNvCxnSpPr>
            <a:stCxn id="52" idx="0"/>
          </p:cNvCxnSpPr>
          <p:nvPr/>
        </p:nvCxnSpPr>
        <p:spPr>
          <a:xfrm>
            <a:off x="172055" y="1500381"/>
            <a:ext cx="0" cy="8590500"/>
          </a:xfrm>
          <a:prstGeom prst="straightConnector1">
            <a:avLst/>
          </a:prstGeom>
          <a:noFill/>
          <a:ln cap="flat" cmpd="sng" w="9525">
            <a:solidFill>
              <a:srgbClr val="CCCCCC"/>
            </a:solidFill>
            <a:prstDash val="solid"/>
            <a:round/>
            <a:headEnd len="sm" w="sm" type="none"/>
            <a:tailEnd len="sm" w="sm" type="none"/>
          </a:ln>
        </p:spPr>
      </p:cxnSp>
      <p:cxnSp>
        <p:nvCxnSpPr>
          <p:cNvPr id="63" name="Google Shape;63;p3"/>
          <p:cNvCxnSpPr/>
          <p:nvPr/>
        </p:nvCxnSpPr>
        <p:spPr>
          <a:xfrm>
            <a:off x="7603480" y="1500381"/>
            <a:ext cx="0" cy="8590500"/>
          </a:xfrm>
          <a:prstGeom prst="straightConnector1">
            <a:avLst/>
          </a:prstGeom>
          <a:noFill/>
          <a:ln cap="flat" cmpd="sng" w="9525">
            <a:solidFill>
              <a:srgbClr val="CCCCCC"/>
            </a:solidFill>
            <a:prstDash val="solid"/>
            <a:round/>
            <a:headEnd len="sm" w="sm" type="none"/>
            <a:tailEnd len="sm" w="sm" type="none"/>
          </a:ln>
        </p:spPr>
      </p:cxnSp>
      <p:grpSp>
        <p:nvGrpSpPr>
          <p:cNvPr id="64" name="Google Shape;64;p3"/>
          <p:cNvGrpSpPr/>
          <p:nvPr/>
        </p:nvGrpSpPr>
        <p:grpSpPr>
          <a:xfrm>
            <a:off x="0" y="3413775"/>
            <a:ext cx="3530025" cy="746350"/>
            <a:chOff x="0" y="3156075"/>
            <a:chExt cx="3530025" cy="746350"/>
          </a:xfrm>
        </p:grpSpPr>
        <p:sp>
          <p:nvSpPr>
            <p:cNvPr id="65" name="Google Shape;65;p3"/>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6" name="Google Shape;66;p3"/>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67" name="Google Shape;67;p3"/>
          <p:cNvGrpSpPr/>
          <p:nvPr/>
        </p:nvGrpSpPr>
        <p:grpSpPr>
          <a:xfrm>
            <a:off x="3248850" y="2867100"/>
            <a:ext cx="4936034" cy="746350"/>
            <a:chOff x="0" y="3156075"/>
            <a:chExt cx="3530025" cy="746350"/>
          </a:xfrm>
        </p:grpSpPr>
        <p:sp>
          <p:nvSpPr>
            <p:cNvPr id="68" name="Google Shape;68;p3"/>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69" name="Google Shape;69;p3"/>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70" name="Google Shape;70;p3"/>
          <p:cNvGrpSpPr/>
          <p:nvPr/>
        </p:nvGrpSpPr>
        <p:grpSpPr>
          <a:xfrm>
            <a:off x="3248850" y="7166275"/>
            <a:ext cx="4936034" cy="746350"/>
            <a:chOff x="0" y="3156075"/>
            <a:chExt cx="3530025" cy="746350"/>
          </a:xfrm>
        </p:grpSpPr>
        <p:sp>
          <p:nvSpPr>
            <p:cNvPr id="71" name="Google Shape;71;p3"/>
            <p:cNvSpPr/>
            <p:nvPr/>
          </p:nvSpPr>
          <p:spPr>
            <a:xfrm rot="5400000">
              <a:off x="3097725" y="3470125"/>
              <a:ext cx="583500" cy="281100"/>
            </a:xfrm>
            <a:prstGeom prst="trapezoid">
              <a:avLst>
                <a:gd fmla="val 102819" name="adj"/>
              </a:avLst>
            </a:prstGeom>
            <a:solidFill>
              <a:srgbClr val="4F4F4F"/>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72" name="Google Shape;72;p3"/>
            <p:cNvSpPr/>
            <p:nvPr/>
          </p:nvSpPr>
          <p:spPr>
            <a:xfrm>
              <a:off x="0" y="3156075"/>
              <a:ext cx="3529800" cy="453000"/>
            </a:xfrm>
            <a:prstGeom prst="rect">
              <a:avLst/>
            </a:prstGeom>
            <a:solidFill>
              <a:srgbClr val="666666"/>
            </a:solidFill>
            <a:ln cap="flat" cmpd="sng" w="9525">
              <a:solidFill>
                <a:srgbClr val="57575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73" name="Google Shape;73;p3"/>
          <p:cNvSpPr txBox="1"/>
          <p:nvPr/>
        </p:nvSpPr>
        <p:spPr>
          <a:xfrm>
            <a:off x="188700" y="3410750"/>
            <a:ext cx="3074400" cy="4632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Key Insights </a:t>
            </a:r>
            <a:endParaRPr b="0" i="0" sz="1900" u="none" cap="none" strike="noStrike">
              <a:solidFill>
                <a:schemeClr val="lt2"/>
              </a:solidFill>
              <a:latin typeface="Arial"/>
              <a:ea typeface="Arial"/>
              <a:cs typeface="Arial"/>
              <a:sym typeface="Arial"/>
            </a:endParaRPr>
          </a:p>
        </p:txBody>
      </p:sp>
      <p:sp>
        <p:nvSpPr>
          <p:cNvPr id="74" name="Google Shape;74;p3"/>
          <p:cNvSpPr txBox="1"/>
          <p:nvPr/>
        </p:nvSpPr>
        <p:spPr>
          <a:xfrm>
            <a:off x="3263100" y="2852500"/>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Details </a:t>
            </a:r>
            <a:endParaRPr b="0" i="0" sz="1900" u="none" cap="none" strike="noStrike">
              <a:solidFill>
                <a:schemeClr val="lt2"/>
              </a:solidFill>
              <a:latin typeface="Arial"/>
              <a:ea typeface="Arial"/>
              <a:cs typeface="Arial"/>
              <a:sym typeface="Arial"/>
            </a:endParaRPr>
          </a:p>
        </p:txBody>
      </p:sp>
      <p:sp>
        <p:nvSpPr>
          <p:cNvPr id="75" name="Google Shape;75;p3"/>
          <p:cNvSpPr txBox="1"/>
          <p:nvPr/>
        </p:nvSpPr>
        <p:spPr>
          <a:xfrm>
            <a:off x="3263100" y="7164075"/>
            <a:ext cx="4334100" cy="450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lnSpcReduction="10000"/>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chemeClr val="lt2"/>
                </a:solidFill>
                <a:latin typeface="Arial"/>
                <a:ea typeface="Arial"/>
                <a:cs typeface="Arial"/>
                <a:sym typeface="Arial"/>
              </a:rPr>
              <a:t>Next Steps </a:t>
            </a:r>
            <a:endParaRPr b="0" i="0" sz="1900" u="none" cap="none" strike="noStrike">
              <a:solidFill>
                <a:schemeClr val="lt2"/>
              </a:solidFill>
              <a:latin typeface="Arial"/>
              <a:ea typeface="Arial"/>
              <a:cs typeface="Arial"/>
              <a:sym typeface="Arial"/>
            </a:endParaRPr>
          </a:p>
        </p:txBody>
      </p:sp>
      <p:sp>
        <p:nvSpPr>
          <p:cNvPr id="76" name="Google Shape;76;p3"/>
          <p:cNvSpPr txBox="1"/>
          <p:nvPr>
            <p:ph type="title"/>
          </p:nvPr>
        </p:nvSpPr>
        <p:spPr>
          <a:xfrm>
            <a:off x="168925" y="324775"/>
            <a:ext cx="7408500" cy="7713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100"/>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77" name="Google Shape;77;p3"/>
          <p:cNvSpPr txBox="1"/>
          <p:nvPr>
            <p:ph idx="1" type="subTitle"/>
          </p:nvPr>
        </p:nvSpPr>
        <p:spPr>
          <a:xfrm>
            <a:off x="2263675" y="826975"/>
            <a:ext cx="3219000" cy="269100"/>
          </a:xfrm>
          <a:prstGeom prst="rect">
            <a:avLst/>
          </a:prstGeom>
          <a:noFill/>
          <a:ln>
            <a:noFill/>
          </a:ln>
        </p:spPr>
        <p:txBody>
          <a:bodyPr anchorCtr="0" anchor="t" bIns="91425" lIns="91425" spcFirstLastPara="1" rIns="91425" wrap="square" tIns="91425">
            <a:spAutoFit/>
          </a:bodyPr>
          <a:lstStyle>
            <a:lvl1pPr lvl="0" algn="ctr">
              <a:lnSpc>
                <a:spcPct val="115000"/>
              </a:lnSpc>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2">
  <p:cSld name="TITLE_1">
    <p:spTree>
      <p:nvGrpSpPr>
        <p:cNvPr id="78" name="Shape 78"/>
        <p:cNvGrpSpPr/>
        <p:nvPr/>
      </p:nvGrpSpPr>
      <p:grpSpPr>
        <a:xfrm>
          <a:off x="0" y="0"/>
          <a:ext cx="0" cy="0"/>
          <a:chOff x="0" y="0"/>
          <a:chExt cx="0" cy="0"/>
        </a:xfrm>
      </p:grpSpPr>
      <p:cxnSp>
        <p:nvCxnSpPr>
          <p:cNvPr id="79" name="Google Shape;79;p4"/>
          <p:cNvCxnSpPr/>
          <p:nvPr/>
        </p:nvCxnSpPr>
        <p:spPr>
          <a:xfrm>
            <a:off x="3049395" y="901911"/>
            <a:ext cx="0" cy="5924400"/>
          </a:xfrm>
          <a:prstGeom prst="straightConnector1">
            <a:avLst/>
          </a:prstGeom>
          <a:noFill/>
          <a:ln cap="flat" cmpd="sng" w="9525">
            <a:solidFill>
              <a:srgbClr val="CCCCCC"/>
            </a:solidFill>
            <a:prstDash val="solid"/>
            <a:round/>
            <a:headEnd len="sm" w="sm" type="none"/>
            <a:tailEnd len="sm" w="sm" type="none"/>
          </a:ln>
        </p:spPr>
      </p:cxnSp>
      <p:cxnSp>
        <p:nvCxnSpPr>
          <p:cNvPr id="80" name="Google Shape;80;p4"/>
          <p:cNvCxnSpPr>
            <a:stCxn id="81" idx="0"/>
          </p:cNvCxnSpPr>
          <p:nvPr/>
        </p:nvCxnSpPr>
        <p:spPr>
          <a:xfrm flipH="1">
            <a:off x="172045" y="903711"/>
            <a:ext cx="18300" cy="9187200"/>
          </a:xfrm>
          <a:prstGeom prst="straightConnector1">
            <a:avLst/>
          </a:prstGeom>
          <a:noFill/>
          <a:ln cap="flat" cmpd="sng" w="9525">
            <a:solidFill>
              <a:srgbClr val="CCCCCC"/>
            </a:solidFill>
            <a:prstDash val="solid"/>
            <a:round/>
            <a:headEnd len="sm" w="sm" type="none"/>
            <a:tailEnd len="sm" w="sm" type="none"/>
          </a:ln>
        </p:spPr>
      </p:cxnSp>
      <p:grpSp>
        <p:nvGrpSpPr>
          <p:cNvPr id="82" name="Google Shape;82;p4"/>
          <p:cNvGrpSpPr/>
          <p:nvPr/>
        </p:nvGrpSpPr>
        <p:grpSpPr>
          <a:xfrm>
            <a:off x="190345" y="900758"/>
            <a:ext cx="7581747" cy="5906"/>
            <a:chOff x="1890075" y="5241175"/>
            <a:chExt cx="4240556" cy="257700"/>
          </a:xfrm>
        </p:grpSpPr>
        <p:sp>
          <p:nvSpPr>
            <p:cNvPr id="81" name="Google Shape;81;p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83" name="Google Shape;83;p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84" name="Google Shape;84;p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85" name="Google Shape;85;p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86" name="Google Shape;86;p4"/>
          <p:cNvGrpSpPr/>
          <p:nvPr/>
        </p:nvGrpSpPr>
        <p:grpSpPr>
          <a:xfrm>
            <a:off x="190320" y="931759"/>
            <a:ext cx="7581691" cy="5901"/>
            <a:chOff x="1890075" y="5241175"/>
            <a:chExt cx="4240556" cy="257700"/>
          </a:xfrm>
        </p:grpSpPr>
        <p:sp>
          <p:nvSpPr>
            <p:cNvPr id="87" name="Google Shape;87;p4"/>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88" name="Google Shape;88;p4"/>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89" name="Google Shape;89;p4"/>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90" name="Google Shape;90;p4"/>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91" name="Google Shape;91;p4"/>
          <p:cNvSpPr/>
          <p:nvPr/>
        </p:nvSpPr>
        <p:spPr>
          <a:xfrm rot="248910">
            <a:off x="7469568" y="-16320"/>
            <a:ext cx="1791494" cy="10540289"/>
          </a:xfrm>
          <a:prstGeom prst="rtTriangle">
            <a:avLst/>
          </a:prstGeom>
          <a:solidFill>
            <a:srgbClr val="B7B7B7"/>
          </a:solidFill>
          <a:ln cap="flat" cmpd="sng" w="9525">
            <a:solidFill>
              <a:srgbClr val="CFB99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CFB991"/>
              </a:solidFill>
              <a:latin typeface="Arial"/>
              <a:ea typeface="Arial"/>
              <a:cs typeface="Arial"/>
              <a:sym typeface="Arial"/>
            </a:endParaRPr>
          </a:p>
        </p:txBody>
      </p:sp>
      <p:sp>
        <p:nvSpPr>
          <p:cNvPr id="92" name="Google Shape;92;p4"/>
          <p:cNvSpPr txBox="1"/>
          <p:nvPr/>
        </p:nvSpPr>
        <p:spPr>
          <a:xfrm>
            <a:off x="490594" y="10869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ISSUE / PROBLEM</a:t>
            </a:r>
            <a:endParaRPr b="0" i="0" sz="1500" u="none" cap="none" strike="noStrike">
              <a:solidFill>
                <a:srgbClr val="000000"/>
              </a:solidFill>
              <a:latin typeface="Work Sans"/>
              <a:ea typeface="Work Sans"/>
              <a:cs typeface="Work Sans"/>
              <a:sym typeface="Work Sans"/>
            </a:endParaRPr>
          </a:p>
        </p:txBody>
      </p:sp>
      <p:grpSp>
        <p:nvGrpSpPr>
          <p:cNvPr id="93" name="Google Shape;93;p4"/>
          <p:cNvGrpSpPr/>
          <p:nvPr/>
        </p:nvGrpSpPr>
        <p:grpSpPr>
          <a:xfrm>
            <a:off x="372224" y="1193225"/>
            <a:ext cx="137818" cy="187200"/>
            <a:chOff x="507100" y="1997600"/>
            <a:chExt cx="158375" cy="187200"/>
          </a:xfrm>
        </p:grpSpPr>
        <p:sp>
          <p:nvSpPr>
            <p:cNvPr id="94" name="Google Shape;94;p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6" name="Google Shape;96;p4"/>
          <p:cNvSpPr txBox="1"/>
          <p:nvPr/>
        </p:nvSpPr>
        <p:spPr>
          <a:xfrm>
            <a:off x="3314919" y="10869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RESPONSE </a:t>
            </a:r>
            <a:endParaRPr b="0" i="0" sz="1500" u="none" cap="none" strike="noStrike">
              <a:solidFill>
                <a:srgbClr val="000000"/>
              </a:solidFill>
              <a:latin typeface="Work Sans"/>
              <a:ea typeface="Work Sans"/>
              <a:cs typeface="Work Sans"/>
              <a:sym typeface="Work Sans"/>
            </a:endParaRPr>
          </a:p>
        </p:txBody>
      </p:sp>
      <p:grpSp>
        <p:nvGrpSpPr>
          <p:cNvPr id="97" name="Google Shape;97;p4"/>
          <p:cNvGrpSpPr/>
          <p:nvPr/>
        </p:nvGrpSpPr>
        <p:grpSpPr>
          <a:xfrm>
            <a:off x="3196549" y="1193225"/>
            <a:ext cx="137818" cy="187200"/>
            <a:chOff x="507100" y="1997600"/>
            <a:chExt cx="158375" cy="187200"/>
          </a:xfrm>
        </p:grpSpPr>
        <p:sp>
          <p:nvSpPr>
            <p:cNvPr id="98" name="Google Shape;98;p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00" name="Google Shape;100;p4"/>
          <p:cNvSpPr txBox="1"/>
          <p:nvPr/>
        </p:nvSpPr>
        <p:spPr>
          <a:xfrm>
            <a:off x="3314919" y="3910100"/>
            <a:ext cx="22590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IMPACT </a:t>
            </a:r>
            <a:endParaRPr b="0" i="0" sz="1500" u="none" cap="none" strike="noStrike">
              <a:solidFill>
                <a:srgbClr val="000000"/>
              </a:solidFill>
              <a:latin typeface="Work Sans"/>
              <a:ea typeface="Work Sans"/>
              <a:cs typeface="Work Sans"/>
              <a:sym typeface="Work Sans"/>
            </a:endParaRPr>
          </a:p>
        </p:txBody>
      </p:sp>
      <p:grpSp>
        <p:nvGrpSpPr>
          <p:cNvPr id="101" name="Google Shape;101;p4"/>
          <p:cNvGrpSpPr/>
          <p:nvPr/>
        </p:nvGrpSpPr>
        <p:grpSpPr>
          <a:xfrm>
            <a:off x="3196549" y="4016425"/>
            <a:ext cx="137818" cy="187200"/>
            <a:chOff x="507100" y="1997600"/>
            <a:chExt cx="158375" cy="187200"/>
          </a:xfrm>
        </p:grpSpPr>
        <p:sp>
          <p:nvSpPr>
            <p:cNvPr id="102" name="Google Shape;102;p4"/>
            <p:cNvSpPr/>
            <p:nvPr/>
          </p:nvSpPr>
          <p:spPr>
            <a:xfrm>
              <a:off x="529575" y="1997600"/>
              <a:ext cx="135900" cy="1872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4"/>
            <p:cNvSpPr/>
            <p:nvPr/>
          </p:nvSpPr>
          <p:spPr>
            <a:xfrm>
              <a:off x="507100" y="2017025"/>
              <a:ext cx="135900" cy="1467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 name="Google Shape;104;p4"/>
          <p:cNvGrpSpPr/>
          <p:nvPr/>
        </p:nvGrpSpPr>
        <p:grpSpPr>
          <a:xfrm>
            <a:off x="172050" y="4643025"/>
            <a:ext cx="2852450" cy="2183285"/>
            <a:chOff x="404700" y="4541500"/>
            <a:chExt cx="2852450" cy="2183285"/>
          </a:xfrm>
        </p:grpSpPr>
        <p:sp>
          <p:nvSpPr>
            <p:cNvPr id="105" name="Google Shape;105;p4"/>
            <p:cNvSpPr/>
            <p:nvPr/>
          </p:nvSpPr>
          <p:spPr>
            <a:xfrm>
              <a:off x="404700" y="4574127"/>
              <a:ext cx="2758200" cy="2148000"/>
            </a:xfrm>
            <a:prstGeom prst="rect">
              <a:avLst/>
            </a:prstGeom>
            <a:solidFill>
              <a:srgbClr val="595959"/>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4"/>
            <p:cNvSpPr/>
            <p:nvPr/>
          </p:nvSpPr>
          <p:spPr>
            <a:xfrm>
              <a:off x="452450" y="4614885"/>
              <a:ext cx="2804700" cy="2109900"/>
            </a:xfrm>
            <a:prstGeom prst="rect">
              <a:avLst/>
            </a:prstGeom>
            <a:solidFill>
              <a:srgbClr val="CCCCCC"/>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4"/>
            <p:cNvSpPr txBox="1"/>
            <p:nvPr/>
          </p:nvSpPr>
          <p:spPr>
            <a:xfrm>
              <a:off x="643125" y="4541500"/>
              <a:ext cx="2595900" cy="41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000000"/>
                  </a:solidFill>
                  <a:latin typeface="Work Sans"/>
                  <a:ea typeface="Work Sans"/>
                  <a:cs typeface="Work Sans"/>
                  <a:sym typeface="Work Sans"/>
                </a:rPr>
                <a:t>KEY INSIGHTS</a:t>
              </a:r>
              <a:endParaRPr b="0" i="0" sz="1500" u="none" cap="none" strike="noStrike">
                <a:solidFill>
                  <a:srgbClr val="000000"/>
                </a:solidFill>
                <a:latin typeface="Work Sans"/>
                <a:ea typeface="Work Sans"/>
                <a:cs typeface="Work Sans"/>
                <a:sym typeface="Work Sans"/>
              </a:endParaRPr>
            </a:p>
          </p:txBody>
        </p:sp>
        <p:sp>
          <p:nvSpPr>
            <p:cNvPr id="108" name="Google Shape;108;p4"/>
            <p:cNvSpPr/>
            <p:nvPr/>
          </p:nvSpPr>
          <p:spPr>
            <a:xfrm>
              <a:off x="529575" y="4663612"/>
              <a:ext cx="135900" cy="200400"/>
            </a:xfrm>
            <a:prstGeom prst="chevron">
              <a:avLst>
                <a:gd fmla="val 50000" name="adj"/>
              </a:avLst>
            </a:prstGeom>
            <a:solidFill>
              <a:srgbClr val="595959"/>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4"/>
            <p:cNvSpPr/>
            <p:nvPr/>
          </p:nvSpPr>
          <p:spPr>
            <a:xfrm>
              <a:off x="507100" y="4684392"/>
              <a:ext cx="135900" cy="156900"/>
            </a:xfrm>
            <a:prstGeom prst="chevron">
              <a:avLst>
                <a:gd fmla="val 50000"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10" name="Google Shape;110;p4"/>
          <p:cNvSpPr/>
          <p:nvPr/>
        </p:nvSpPr>
        <p:spPr>
          <a:xfrm>
            <a:off x="3668950" y="6615125"/>
            <a:ext cx="3184200" cy="24957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4"/>
          <p:cNvSpPr/>
          <p:nvPr/>
        </p:nvSpPr>
        <p:spPr>
          <a:xfrm>
            <a:off x="1043125" y="7288425"/>
            <a:ext cx="2573100" cy="22614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4"/>
          <p:cNvSpPr/>
          <p:nvPr>
            <p:ph idx="2" type="pic"/>
          </p:nvPr>
        </p:nvSpPr>
        <p:spPr>
          <a:xfrm>
            <a:off x="3681075" y="6466100"/>
            <a:ext cx="3035400" cy="2495700"/>
          </a:xfrm>
          <a:prstGeom prst="rect">
            <a:avLst/>
          </a:prstGeom>
          <a:noFill/>
          <a:ln cap="flat" cmpd="sng" w="19050">
            <a:solidFill>
              <a:srgbClr val="000000"/>
            </a:solidFill>
            <a:prstDash val="solid"/>
            <a:round/>
            <a:headEnd len="sm" w="sm" type="none"/>
            <a:tailEnd len="sm" w="sm" type="none"/>
          </a:ln>
        </p:spPr>
      </p:sp>
      <p:sp>
        <p:nvSpPr>
          <p:cNvPr id="113" name="Google Shape;113;p4"/>
          <p:cNvSpPr/>
          <p:nvPr>
            <p:ph idx="3" type="pic"/>
          </p:nvPr>
        </p:nvSpPr>
        <p:spPr>
          <a:xfrm>
            <a:off x="1162700" y="7044000"/>
            <a:ext cx="2453400" cy="2398200"/>
          </a:xfrm>
          <a:prstGeom prst="rect">
            <a:avLst/>
          </a:prstGeom>
          <a:noFill/>
          <a:ln cap="flat" cmpd="sng" w="19050">
            <a:solidFill>
              <a:srgbClr val="000000"/>
            </a:solidFill>
            <a:prstDash val="solid"/>
            <a:round/>
            <a:headEnd len="sm" w="sm" type="none"/>
            <a:tailEnd len="sm" w="sm" type="none"/>
          </a:ln>
        </p:spPr>
      </p:sp>
      <p:sp>
        <p:nvSpPr>
          <p:cNvPr id="114" name="Google Shape;114;p4"/>
          <p:cNvSpPr txBox="1"/>
          <p:nvPr/>
        </p:nvSpPr>
        <p:spPr>
          <a:xfrm>
            <a:off x="510050" y="9659903"/>
            <a:ext cx="3081600" cy="285000"/>
          </a:xfrm>
          <a:prstGeom prst="rect">
            <a:avLst/>
          </a:prstGeom>
          <a:noFill/>
          <a:ln>
            <a:noFill/>
          </a:ln>
        </p:spPr>
        <p:txBody>
          <a:bodyPr anchorCtr="0" anchor="t" bIns="91425" lIns="91425" spcFirstLastPara="1" rIns="91425" wrap="square" tIns="91425">
            <a:normAutofit fontScale="70000" lnSpcReduction="20000"/>
          </a:bodyPr>
          <a:lstStyle/>
          <a:p>
            <a:pPr indent="0" lvl="0" marL="0" marR="0" rtl="0" algn="l">
              <a:lnSpc>
                <a:spcPct val="105000"/>
              </a:lnSpc>
              <a:spcBef>
                <a:spcPts val="0"/>
              </a:spcBef>
              <a:spcAft>
                <a:spcPts val="0"/>
              </a:spcAft>
              <a:buClr>
                <a:srgbClr val="000000"/>
              </a:buClr>
              <a:buSzPct val="100000"/>
              <a:buFont typeface="Arial"/>
              <a:buNone/>
            </a:pPr>
            <a:r>
              <a:t/>
            </a:r>
            <a:endParaRPr b="0" i="1" sz="1100" u="none" cap="none" strike="noStrike">
              <a:solidFill>
                <a:srgbClr val="000000"/>
              </a:solidFill>
              <a:latin typeface="Calibri"/>
              <a:ea typeface="Calibri"/>
              <a:cs typeface="Calibri"/>
              <a:sym typeface="Calibri"/>
            </a:endParaRPr>
          </a:p>
        </p:txBody>
      </p:sp>
      <p:sp>
        <p:nvSpPr>
          <p:cNvPr id="115" name="Google Shape;115;p4"/>
          <p:cNvSpPr txBox="1"/>
          <p:nvPr>
            <p:ph type="title"/>
          </p:nvPr>
        </p:nvSpPr>
        <p:spPr>
          <a:xfrm>
            <a:off x="190350" y="11200"/>
            <a:ext cx="7290900" cy="7713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100"/>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116" name="Google Shape;116;p4"/>
          <p:cNvSpPr txBox="1"/>
          <p:nvPr>
            <p:ph idx="1" type="subTitle"/>
          </p:nvPr>
        </p:nvSpPr>
        <p:spPr>
          <a:xfrm>
            <a:off x="2226300" y="513400"/>
            <a:ext cx="3219000" cy="269100"/>
          </a:xfrm>
          <a:prstGeom prst="rect">
            <a:avLst/>
          </a:prstGeom>
          <a:noFill/>
          <a:ln>
            <a:noFill/>
          </a:ln>
        </p:spPr>
        <p:txBody>
          <a:bodyPr anchorCtr="0" anchor="t" bIns="91425" lIns="91425" spcFirstLastPara="1" rIns="91425" wrap="square" tIns="91425">
            <a:spAutoFit/>
          </a:bodyPr>
          <a:lstStyle>
            <a:lvl1pPr lvl="0" algn="ctr">
              <a:lnSpc>
                <a:spcPct val="115000"/>
              </a:lnSpc>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 4">
  <p:cSld name="CUSTOM">
    <p:spTree>
      <p:nvGrpSpPr>
        <p:cNvPr id="117" name="Shape 117"/>
        <p:cNvGrpSpPr/>
        <p:nvPr/>
      </p:nvGrpSpPr>
      <p:grpSpPr>
        <a:xfrm>
          <a:off x="0" y="0"/>
          <a:ext cx="0" cy="0"/>
          <a:chOff x="0" y="0"/>
          <a:chExt cx="0" cy="0"/>
        </a:xfrm>
      </p:grpSpPr>
      <p:sp>
        <p:nvSpPr>
          <p:cNvPr id="118" name="Google Shape;118;p5"/>
          <p:cNvSpPr/>
          <p:nvPr/>
        </p:nvSpPr>
        <p:spPr>
          <a:xfrm flipH="1">
            <a:off x="2748900" y="9168075"/>
            <a:ext cx="5023500" cy="890400"/>
          </a:xfrm>
          <a:prstGeom prst="rtTriangle">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19" name="Google Shape;119;p5"/>
          <p:cNvSpPr/>
          <p:nvPr/>
        </p:nvSpPr>
        <p:spPr>
          <a:xfrm>
            <a:off x="0" y="9168075"/>
            <a:ext cx="4138800" cy="890400"/>
          </a:xfrm>
          <a:prstGeom prst="rtTriangle">
            <a:avLst/>
          </a:prstGeom>
          <a:solidFill>
            <a:srgbClr val="DB4437"/>
          </a:solidFill>
          <a:ln cap="flat" cmpd="sng" w="952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0" name="Google Shape;120;p5"/>
          <p:cNvSpPr txBox="1"/>
          <p:nvPr>
            <p:ph type="title"/>
          </p:nvPr>
        </p:nvSpPr>
        <p:spPr>
          <a:xfrm>
            <a:off x="432000" y="449725"/>
            <a:ext cx="6908400" cy="7713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100"/>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121" name="Google Shape;121;p5"/>
          <p:cNvSpPr txBox="1"/>
          <p:nvPr>
            <p:ph idx="1" type="subTitle"/>
          </p:nvPr>
        </p:nvSpPr>
        <p:spPr>
          <a:xfrm>
            <a:off x="2276700" y="951925"/>
            <a:ext cx="3219000" cy="269100"/>
          </a:xfrm>
          <a:prstGeom prst="rect">
            <a:avLst/>
          </a:prstGeom>
          <a:noFill/>
          <a:ln>
            <a:noFill/>
          </a:ln>
        </p:spPr>
        <p:txBody>
          <a:bodyPr anchorCtr="0" anchor="t" bIns="91425" lIns="91425" spcFirstLastPara="1" rIns="91425" wrap="square" tIns="91425">
            <a:spAutoFit/>
          </a:bodyPr>
          <a:lstStyle>
            <a:lvl1pPr lvl="0" algn="ctr">
              <a:lnSpc>
                <a:spcPct val="115000"/>
              </a:lnSpc>
              <a:spcBef>
                <a:spcPts val="0"/>
              </a:spcBef>
              <a:spcAft>
                <a:spcPts val="0"/>
              </a:spcAft>
              <a:buClr>
                <a:schemeClr val="dk1"/>
              </a:buClr>
              <a:buSzPts val="1200"/>
              <a:buFont typeface="PT Sans Narrow"/>
              <a:buNone/>
              <a:defRPr sz="1200">
                <a:solidFill>
                  <a:schemeClr val="dk1"/>
                </a:solidFill>
                <a:latin typeface="PT Sans Narrow"/>
                <a:ea typeface="PT Sans Narrow"/>
                <a:cs typeface="PT Sans Narrow"/>
                <a:sym typeface="PT Sans Narrow"/>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grpSp>
        <p:nvGrpSpPr>
          <p:cNvPr id="122" name="Google Shape;122;p5"/>
          <p:cNvGrpSpPr/>
          <p:nvPr/>
        </p:nvGrpSpPr>
        <p:grpSpPr>
          <a:xfrm>
            <a:off x="95351" y="1392509"/>
            <a:ext cx="7581691" cy="5901"/>
            <a:chOff x="1890075" y="5241175"/>
            <a:chExt cx="4240556" cy="257700"/>
          </a:xfrm>
        </p:grpSpPr>
        <p:sp>
          <p:nvSpPr>
            <p:cNvPr id="123" name="Google Shape;123;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4" name="Google Shape;124;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5" name="Google Shape;125;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6" name="Google Shape;126;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grpSp>
        <p:nvGrpSpPr>
          <p:cNvPr id="127" name="Google Shape;127;p5"/>
          <p:cNvGrpSpPr/>
          <p:nvPr/>
        </p:nvGrpSpPr>
        <p:grpSpPr>
          <a:xfrm>
            <a:off x="95351" y="4542984"/>
            <a:ext cx="7581691" cy="5901"/>
            <a:chOff x="1890075" y="5241175"/>
            <a:chExt cx="4240556" cy="257700"/>
          </a:xfrm>
        </p:grpSpPr>
        <p:sp>
          <p:nvSpPr>
            <p:cNvPr id="128" name="Google Shape;128;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29" name="Google Shape;129;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30" name="Google Shape;130;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31" name="Google Shape;131;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132" name="Google Shape;132;p5"/>
          <p:cNvSpPr/>
          <p:nvPr/>
        </p:nvSpPr>
        <p:spPr>
          <a:xfrm>
            <a:off x="432000" y="1624350"/>
            <a:ext cx="1598400" cy="269100"/>
          </a:xfrm>
          <a:prstGeom prst="rect">
            <a:avLst/>
          </a:prstGeom>
          <a:solidFill>
            <a:srgbClr val="4285F4"/>
          </a:solidFill>
          <a:ln cap="flat" cmpd="sng" w="9525">
            <a:solidFill>
              <a:srgbClr val="4285F4"/>
            </a:solidFill>
            <a:prstDash val="solid"/>
            <a:round/>
            <a:headEnd len="sm" w="sm" type="none"/>
            <a:tailEnd len="sm" w="sm" type="none"/>
          </a:ln>
          <a:effectLst>
            <a:outerShdw blurRad="57150" rotWithShape="0" algn="bl" dir="5400000" dist="19050">
              <a:schemeClr val="lt2">
                <a:alpha val="49803"/>
              </a:scheme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Overview </a:t>
            </a:r>
            <a:endParaRPr b="1" i="0" sz="1400" u="none" cap="none" strike="noStrike">
              <a:solidFill>
                <a:schemeClr val="dk1"/>
              </a:solidFill>
              <a:latin typeface="Arial"/>
              <a:ea typeface="Arial"/>
              <a:cs typeface="Arial"/>
              <a:sym typeface="Arial"/>
            </a:endParaRPr>
          </a:p>
        </p:txBody>
      </p:sp>
      <p:sp>
        <p:nvSpPr>
          <p:cNvPr id="133" name="Google Shape;133;p5"/>
          <p:cNvSpPr/>
          <p:nvPr/>
        </p:nvSpPr>
        <p:spPr>
          <a:xfrm>
            <a:off x="432000" y="2620004"/>
            <a:ext cx="1598400" cy="2850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Problem</a:t>
            </a:r>
            <a:endParaRPr b="1" i="0" sz="1400" u="none" cap="none" strike="noStrike">
              <a:solidFill>
                <a:schemeClr val="dk1"/>
              </a:solidFill>
              <a:latin typeface="Arial"/>
              <a:ea typeface="Arial"/>
              <a:cs typeface="Arial"/>
              <a:sym typeface="Arial"/>
            </a:endParaRPr>
          </a:p>
        </p:txBody>
      </p:sp>
      <p:sp>
        <p:nvSpPr>
          <p:cNvPr id="134" name="Google Shape;134;p5"/>
          <p:cNvSpPr/>
          <p:nvPr/>
        </p:nvSpPr>
        <p:spPr>
          <a:xfrm>
            <a:off x="432000" y="3615673"/>
            <a:ext cx="1598400" cy="2691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Solution</a:t>
            </a:r>
            <a:endParaRPr b="1" i="0" sz="1400" u="none" cap="none" strike="noStrike">
              <a:solidFill>
                <a:schemeClr val="dk1"/>
              </a:solidFill>
              <a:latin typeface="Arial"/>
              <a:ea typeface="Arial"/>
              <a:cs typeface="Arial"/>
              <a:sym typeface="Arial"/>
            </a:endParaRPr>
          </a:p>
        </p:txBody>
      </p:sp>
      <p:sp>
        <p:nvSpPr>
          <p:cNvPr id="135" name="Google Shape;135;p5"/>
          <p:cNvSpPr/>
          <p:nvPr/>
        </p:nvSpPr>
        <p:spPr>
          <a:xfrm>
            <a:off x="432000" y="4676196"/>
            <a:ext cx="1598400" cy="2850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Details </a:t>
            </a:r>
            <a:endParaRPr b="1" i="0" sz="1400" u="none" cap="none" strike="noStrike">
              <a:solidFill>
                <a:schemeClr val="dk1"/>
              </a:solidFill>
              <a:latin typeface="Arial"/>
              <a:ea typeface="Arial"/>
              <a:cs typeface="Arial"/>
              <a:sym typeface="Arial"/>
            </a:endParaRPr>
          </a:p>
        </p:txBody>
      </p:sp>
      <p:sp>
        <p:nvSpPr>
          <p:cNvPr id="136" name="Google Shape;136;p5"/>
          <p:cNvSpPr/>
          <p:nvPr/>
        </p:nvSpPr>
        <p:spPr>
          <a:xfrm>
            <a:off x="432000" y="7686970"/>
            <a:ext cx="1598400" cy="2691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chemeClr val="dk1"/>
                </a:solidFill>
                <a:latin typeface="Arial"/>
                <a:ea typeface="Arial"/>
                <a:cs typeface="Arial"/>
                <a:sym typeface="Arial"/>
              </a:rPr>
              <a:t>Next Steps </a:t>
            </a:r>
            <a:endParaRPr b="1" i="0" sz="1400" u="none" cap="none" strike="noStrike">
              <a:solidFill>
                <a:schemeClr val="dk1"/>
              </a:solidFill>
              <a:latin typeface="Arial"/>
              <a:ea typeface="Arial"/>
              <a:cs typeface="Arial"/>
              <a:sym typeface="Arial"/>
            </a:endParaRPr>
          </a:p>
        </p:txBody>
      </p:sp>
      <p:grpSp>
        <p:nvGrpSpPr>
          <p:cNvPr id="137" name="Google Shape;137;p5"/>
          <p:cNvGrpSpPr/>
          <p:nvPr/>
        </p:nvGrpSpPr>
        <p:grpSpPr>
          <a:xfrm>
            <a:off x="95351" y="7514559"/>
            <a:ext cx="7581691" cy="5901"/>
            <a:chOff x="1890075" y="5241175"/>
            <a:chExt cx="4240556" cy="257700"/>
          </a:xfrm>
        </p:grpSpPr>
        <p:sp>
          <p:nvSpPr>
            <p:cNvPr id="138" name="Google Shape;138;p5"/>
            <p:cNvSpPr/>
            <p:nvPr/>
          </p:nvSpPr>
          <p:spPr>
            <a:xfrm rot="-5400000">
              <a:off x="2291325" y="4839925"/>
              <a:ext cx="257700" cy="1060200"/>
            </a:xfrm>
            <a:prstGeom prst="rect">
              <a:avLst/>
            </a:prstGeom>
            <a:solidFill>
              <a:srgbClr val="4285F4"/>
            </a:solidFill>
            <a:ln cap="flat" cmpd="sng" w="9525">
              <a:solidFill>
                <a:srgbClr val="4285F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39" name="Google Shape;139;p5"/>
            <p:cNvSpPr/>
            <p:nvPr/>
          </p:nvSpPr>
          <p:spPr>
            <a:xfrm rot="-5400000">
              <a:off x="3351444" y="4839925"/>
              <a:ext cx="257700" cy="1060200"/>
            </a:xfrm>
            <a:prstGeom prst="rect">
              <a:avLst/>
            </a:prstGeom>
            <a:solidFill>
              <a:srgbClr val="DB4437"/>
            </a:solidFill>
            <a:ln cap="flat" cmpd="sng" w="9525">
              <a:solidFill>
                <a:srgbClr val="DB443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40" name="Google Shape;140;p5"/>
            <p:cNvSpPr/>
            <p:nvPr/>
          </p:nvSpPr>
          <p:spPr>
            <a:xfrm rot="-5400000">
              <a:off x="4411563" y="4839925"/>
              <a:ext cx="257700" cy="1060200"/>
            </a:xfrm>
            <a:prstGeom prst="rect">
              <a:avLst/>
            </a:prstGeom>
            <a:solidFill>
              <a:srgbClr val="F4B400"/>
            </a:solidFill>
            <a:ln cap="flat" cmpd="sng" w="9525">
              <a:solidFill>
                <a:srgbClr val="F4B4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
          <p:nvSpPr>
            <p:cNvPr id="141" name="Google Shape;141;p5"/>
            <p:cNvSpPr/>
            <p:nvPr/>
          </p:nvSpPr>
          <p:spPr>
            <a:xfrm rot="-5400000">
              <a:off x="5471681" y="4839925"/>
              <a:ext cx="257700" cy="1060200"/>
            </a:xfrm>
            <a:prstGeom prst="rect">
              <a:avLst/>
            </a:prstGeom>
            <a:solidFill>
              <a:srgbClr val="0F9D58"/>
            </a:solidFill>
            <a:ln cap="flat" cmpd="sng" w="9525">
              <a:solidFill>
                <a:srgbClr val="0F9D5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grpSp>
      <p:sp>
        <p:nvSpPr>
          <p:cNvPr id="142" name="Google Shape;142;p5"/>
          <p:cNvSpPr/>
          <p:nvPr>
            <p:ph idx="2" type="pic"/>
          </p:nvPr>
        </p:nvSpPr>
        <p:spPr>
          <a:xfrm>
            <a:off x="4467025" y="4719300"/>
            <a:ext cx="3006900" cy="2044800"/>
          </a:xfrm>
          <a:prstGeom prst="rect">
            <a:avLst/>
          </a:prstGeom>
          <a:noFill/>
          <a:ln cap="flat" cmpd="sng" w="9525">
            <a:solidFill>
              <a:srgbClr val="000000"/>
            </a:solidFill>
            <a:prstDash val="solid"/>
            <a:round/>
            <a:headEnd len="sm" w="sm" type="none"/>
            <a:tailEnd len="sm" w="sm" type="none"/>
          </a:ln>
          <a:effectLst>
            <a:outerShdw blurRad="57150" rotWithShape="0" algn="bl" dir="5400000" dist="19050">
              <a:srgbClr val="000000">
                <a:alpha val="49803"/>
              </a:srgbClr>
            </a:outerShdw>
          </a:effectLst>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 NOT USE ">
  <p:cSld name="TITLE_2_1">
    <p:spTree>
      <p:nvGrpSpPr>
        <p:cNvPr id="143" name="Shape 143"/>
        <p:cNvGrpSpPr/>
        <p:nvPr/>
      </p:nvGrpSpPr>
      <p:grpSpPr>
        <a:xfrm>
          <a:off x="0" y="0"/>
          <a:ext cx="0" cy="0"/>
          <a:chOff x="0" y="0"/>
          <a:chExt cx="0" cy="0"/>
        </a:xfrm>
      </p:grpSpPr>
      <p:sp>
        <p:nvSpPr>
          <p:cNvPr id="144" name="Google Shape;144;p6"/>
          <p:cNvSpPr txBox="1"/>
          <p:nvPr/>
        </p:nvSpPr>
        <p:spPr>
          <a:xfrm>
            <a:off x="3993321" y="9367991"/>
            <a:ext cx="3693900" cy="7344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600"/>
              <a:buFont typeface="Arial"/>
              <a:buNone/>
            </a:pPr>
            <a:r>
              <a:rPr b="0" i="0" lang="en" sz="600" u="none" cap="none" strike="noStrike">
                <a:solidFill>
                  <a:srgbClr val="FFFFFF"/>
                </a:solidFill>
                <a:latin typeface="Roboto"/>
                <a:ea typeface="Roboto"/>
                <a:cs typeface="Roboto"/>
                <a:sym typeface="Roboto"/>
              </a:rPr>
              <a:t>Source:  Lorem ipsum dolor sit amet, consectetur adipiscing elit. Duis non erat sem</a:t>
            </a:r>
            <a:endParaRPr b="0" i="0" sz="600" u="none" cap="none" strike="noStrike">
              <a:solidFill>
                <a:srgbClr val="FFFFFF"/>
              </a:solidFill>
              <a:latin typeface="Roboto"/>
              <a:ea typeface="Roboto"/>
              <a:cs typeface="Roboto"/>
              <a:sym typeface="Roboto"/>
            </a:endParaRPr>
          </a:p>
        </p:txBody>
      </p:sp>
      <p:sp>
        <p:nvSpPr>
          <p:cNvPr id="145" name="Google Shape;145;p6"/>
          <p:cNvSpPr txBox="1"/>
          <p:nvPr/>
        </p:nvSpPr>
        <p:spPr>
          <a:xfrm>
            <a:off x="6744495" y="427827"/>
            <a:ext cx="1027800" cy="593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D9D9D9"/>
                </a:solidFill>
                <a:latin typeface="Roboto"/>
                <a:ea typeface="Roboto"/>
                <a:cs typeface="Roboto"/>
                <a:sym typeface="Roboto"/>
              </a:rPr>
              <a:t>Proprietary + Confidential</a:t>
            </a:r>
            <a:endParaRPr b="0" i="0" sz="600" u="none" cap="none" strike="noStrike">
              <a:solidFill>
                <a:srgbClr val="D9D9D9"/>
              </a:solidFill>
              <a:latin typeface="Roboto"/>
              <a:ea typeface="Roboto"/>
              <a:cs typeface="Roboto"/>
              <a:sym typeface="Roboto"/>
            </a:endParaRPr>
          </a:p>
        </p:txBody>
      </p:sp>
      <p:grpSp>
        <p:nvGrpSpPr>
          <p:cNvPr id="146" name="Google Shape;146;p6"/>
          <p:cNvGrpSpPr/>
          <p:nvPr/>
        </p:nvGrpSpPr>
        <p:grpSpPr>
          <a:xfrm>
            <a:off x="-16250" y="9048087"/>
            <a:ext cx="7804900" cy="1072407"/>
            <a:chOff x="-19118" y="4617750"/>
            <a:chExt cx="9182236" cy="548378"/>
          </a:xfrm>
        </p:grpSpPr>
        <p:sp>
          <p:nvSpPr>
            <p:cNvPr id="147" name="Google Shape;147;p6"/>
            <p:cNvSpPr/>
            <p:nvPr/>
          </p:nvSpPr>
          <p:spPr>
            <a:xfrm flipH="1">
              <a:off x="19244" y="4617750"/>
              <a:ext cx="9143874" cy="548378"/>
            </a:xfrm>
            <a:custGeom>
              <a:rect b="b" l="l" r="r" t="t"/>
              <a:pathLst>
                <a:path extrusionOk="0" h="19840" w="367556">
                  <a:moveTo>
                    <a:pt x="0" y="19840"/>
                  </a:moveTo>
                  <a:lnTo>
                    <a:pt x="515" y="0"/>
                  </a:lnTo>
                  <a:lnTo>
                    <a:pt x="367556" y="11270"/>
                  </a:lnTo>
                  <a:lnTo>
                    <a:pt x="367044" y="18698"/>
                  </a:lnTo>
                  <a:close/>
                </a:path>
              </a:pathLst>
            </a:custGeom>
            <a:solidFill>
              <a:srgbClr val="4069DD"/>
            </a:solidFill>
            <a:ln>
              <a:noFill/>
            </a:ln>
          </p:spPr>
        </p:sp>
        <p:sp>
          <p:nvSpPr>
            <p:cNvPr id="148" name="Google Shape;148;p6"/>
            <p:cNvSpPr/>
            <p:nvPr/>
          </p:nvSpPr>
          <p:spPr>
            <a:xfrm flipH="1">
              <a:off x="-19118" y="4677825"/>
              <a:ext cx="4769786" cy="473975"/>
            </a:xfrm>
            <a:custGeom>
              <a:rect b="b" l="l" r="r" t="t"/>
              <a:pathLst>
                <a:path extrusionOk="0" h="18959" w="366343">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DO NOT USE">
  <p:cSld name="CUSTOM_1">
    <p:spTree>
      <p:nvGrpSpPr>
        <p:cNvPr id="149" name="Shape 14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64945" y="870271"/>
            <a:ext cx="7242600" cy="11199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264945" y="2253729"/>
            <a:ext cx="7242600" cy="6681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7201589" y="9119180"/>
            <a:ext cx="466500" cy="7698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2"/>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ph type="title"/>
          </p:nvPr>
        </p:nvSpPr>
        <p:spPr>
          <a:xfrm>
            <a:off x="438150" y="713325"/>
            <a:ext cx="5190000" cy="7713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rmAutofit/>
          </a:bodyPr>
          <a:lstStyle/>
          <a:p>
            <a:pPr indent="0" lvl="0" marL="0" rtl="0" algn="l">
              <a:lnSpc>
                <a:spcPct val="95000"/>
              </a:lnSpc>
              <a:spcBef>
                <a:spcPts val="0"/>
              </a:spcBef>
              <a:spcAft>
                <a:spcPts val="0"/>
              </a:spcAft>
              <a:buClr>
                <a:schemeClr val="dk1"/>
              </a:buClr>
              <a:buSzPts val="1100"/>
              <a:buFont typeface="Arial"/>
              <a:buNone/>
            </a:pPr>
            <a:r>
              <a:rPr b="1" lang="en" sz="1600"/>
              <a:t>User Churn Project | Preliminary Data Summary</a:t>
            </a:r>
            <a:endParaRPr sz="1900"/>
          </a:p>
        </p:txBody>
      </p:sp>
      <p:sp>
        <p:nvSpPr>
          <p:cNvPr id="155" name="Google Shape;155;p8"/>
          <p:cNvSpPr txBox="1"/>
          <p:nvPr>
            <p:ph idx="3" type="subTitle"/>
          </p:nvPr>
        </p:nvSpPr>
        <p:spPr>
          <a:xfrm>
            <a:off x="465075" y="1030275"/>
            <a:ext cx="3516900" cy="400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200"/>
              </a:spcAft>
              <a:buClr>
                <a:schemeClr val="dk1"/>
              </a:buClr>
              <a:buSzPts val="1100"/>
              <a:buFont typeface="Arial"/>
              <a:buNone/>
            </a:pPr>
            <a:r>
              <a:rPr lang="en" sz="1400">
                <a:latin typeface="Roboto"/>
                <a:ea typeface="Roboto"/>
                <a:cs typeface="Roboto"/>
                <a:sym typeface="Roboto"/>
              </a:rPr>
              <a:t>Prepared for: Waze Leadership Team</a:t>
            </a:r>
            <a:endParaRPr sz="1400">
              <a:latin typeface="Roboto"/>
              <a:ea typeface="Roboto"/>
              <a:cs typeface="Roboto"/>
              <a:sym typeface="Roboto"/>
            </a:endParaRPr>
          </a:p>
        </p:txBody>
      </p:sp>
      <p:sp>
        <p:nvSpPr>
          <p:cNvPr id="156" name="Google Shape;156;p8"/>
          <p:cNvSpPr txBox="1"/>
          <p:nvPr/>
        </p:nvSpPr>
        <p:spPr>
          <a:xfrm>
            <a:off x="4247488" y="6935775"/>
            <a:ext cx="3080100" cy="562800"/>
          </a:xfrm>
          <a:prstGeom prst="rect">
            <a:avLst/>
          </a:prstGeom>
          <a:noFill/>
          <a:ln>
            <a:noFill/>
          </a:ln>
        </p:spPr>
        <p:txBody>
          <a:bodyPr anchorCtr="0" anchor="t" bIns="91425" lIns="91425" spcFirstLastPara="1" rIns="91425" wrap="square" tIns="91425">
            <a:noAutofit/>
          </a:bodyPr>
          <a:lstStyle/>
          <a:p>
            <a:pPr indent="0" lvl="0" marL="0" marR="0" rtl="0" algn="ctr">
              <a:lnSpc>
                <a:spcPct val="85000"/>
              </a:lnSpc>
              <a:spcBef>
                <a:spcPts val="0"/>
              </a:spcBef>
              <a:spcAft>
                <a:spcPts val="0"/>
              </a:spcAft>
              <a:buClr>
                <a:srgbClr val="000000"/>
              </a:buClr>
              <a:buSzPts val="770"/>
              <a:buFont typeface="Arial"/>
              <a:buNone/>
            </a:pPr>
            <a:r>
              <a:t/>
            </a:r>
            <a:endParaRPr b="0" i="1" sz="1000" u="none" cap="none" strike="noStrike">
              <a:solidFill>
                <a:srgbClr val="000000"/>
              </a:solidFill>
              <a:latin typeface="Arial"/>
              <a:ea typeface="Arial"/>
              <a:cs typeface="Arial"/>
              <a:sym typeface="Arial"/>
            </a:endParaRPr>
          </a:p>
        </p:txBody>
      </p:sp>
      <p:sp>
        <p:nvSpPr>
          <p:cNvPr id="157" name="Google Shape;157;p8"/>
          <p:cNvSpPr txBox="1"/>
          <p:nvPr/>
        </p:nvSpPr>
        <p:spPr>
          <a:xfrm>
            <a:off x="4160763" y="6838600"/>
            <a:ext cx="3000000" cy="367800"/>
          </a:xfrm>
          <a:prstGeom prst="rect">
            <a:avLst/>
          </a:prstGeom>
          <a:noFill/>
          <a:ln>
            <a:noFill/>
          </a:ln>
        </p:spPr>
        <p:txBody>
          <a:bodyPr anchorCtr="0" anchor="t" bIns="91425" lIns="91425" spcFirstLastPara="1" rIns="91425" wrap="square" tIns="91425">
            <a:spAutoFit/>
          </a:bodyPr>
          <a:lstStyle/>
          <a:p>
            <a:pPr indent="0" lvl="0" marL="0" marR="0" rtl="0" algn="ctr">
              <a:lnSpc>
                <a:spcPct val="85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58" name="Google Shape;158;p8"/>
          <p:cNvSpPr txBox="1"/>
          <p:nvPr/>
        </p:nvSpPr>
        <p:spPr>
          <a:xfrm>
            <a:off x="404725" y="2126238"/>
            <a:ext cx="6862500" cy="1360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100"/>
              <a:buFont typeface="Arial"/>
              <a:buNone/>
            </a:pPr>
            <a:r>
              <a:rPr b="0" i="0" lang="en" sz="1200" u="none" cap="none" strike="noStrike">
                <a:solidFill>
                  <a:schemeClr val="dk1"/>
                </a:solidFill>
                <a:latin typeface="Roboto"/>
                <a:ea typeface="Roboto"/>
                <a:cs typeface="Roboto"/>
                <a:sym typeface="Roboto"/>
              </a:rPr>
              <a:t>The Waze data team is currently developing a data analytics project aimed at increasing overall growth by preventing monthly user churn on the Waze app. For the purposes of this project, churn quantifies the number of users who have uninstalled the Waze app or stopped using the app. </a:t>
            </a:r>
            <a:endParaRPr b="0" i="0" sz="12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t/>
            </a:r>
            <a:endParaRPr b="0" i="0" sz="800" u="none" cap="none" strike="noStrike">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b="1" i="0" lang="en" sz="1200" u="none" cap="none" strike="noStrike">
                <a:solidFill>
                  <a:schemeClr val="dk1"/>
                </a:solidFill>
                <a:latin typeface="Roboto"/>
                <a:ea typeface="Roboto"/>
                <a:cs typeface="Roboto"/>
                <a:sym typeface="Roboto"/>
              </a:rPr>
              <a:t>This report offers a preliminary data summary, information on the project status and key insights of Milestone 2, which impact the future development of the overall project.  </a:t>
            </a:r>
            <a:endParaRPr b="1" i="0" sz="1200" u="none" cap="none" strike="noStrike">
              <a:solidFill>
                <a:schemeClr val="dk1"/>
              </a:solidFill>
              <a:latin typeface="Arial"/>
              <a:ea typeface="Arial"/>
              <a:cs typeface="Arial"/>
              <a:sym typeface="Arial"/>
            </a:endParaRPr>
          </a:p>
        </p:txBody>
      </p:sp>
      <p:sp>
        <p:nvSpPr>
          <p:cNvPr id="159" name="Google Shape;159;p8"/>
          <p:cNvSpPr txBox="1"/>
          <p:nvPr/>
        </p:nvSpPr>
        <p:spPr>
          <a:xfrm>
            <a:off x="4326300" y="5195775"/>
            <a:ext cx="2581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0" name="Google Shape;160;p8"/>
          <p:cNvPicPr preferRelativeResize="0"/>
          <p:nvPr/>
        </p:nvPicPr>
        <p:blipFill rotWithShape="1">
          <a:blip r:embed="rId3">
            <a:alphaModFix/>
          </a:blip>
          <a:srcRect b="0" l="0" r="0" t="0"/>
          <a:stretch/>
        </p:blipFill>
        <p:spPr>
          <a:xfrm>
            <a:off x="5213744" y="63500"/>
            <a:ext cx="1947034" cy="562800"/>
          </a:xfrm>
          <a:prstGeom prst="rect">
            <a:avLst/>
          </a:prstGeom>
          <a:noFill/>
          <a:ln>
            <a:noFill/>
          </a:ln>
        </p:spPr>
      </p:pic>
      <p:sp>
        <p:nvSpPr>
          <p:cNvPr id="161" name="Google Shape;161;p8"/>
          <p:cNvSpPr txBox="1"/>
          <p:nvPr/>
        </p:nvSpPr>
        <p:spPr>
          <a:xfrm>
            <a:off x="-3137550" y="3698050"/>
            <a:ext cx="2819400" cy="369300"/>
          </a:xfrm>
          <a:prstGeom prst="rect">
            <a:avLst/>
          </a:prstGeom>
          <a:noFill/>
          <a:ln>
            <a:noFill/>
          </a:ln>
        </p:spPr>
        <p:txBody>
          <a:bodyPr anchorCtr="0" anchor="t" bIns="91425" lIns="91425" spcFirstLastPara="1" rIns="91425" wrap="square" tIns="91425">
            <a:spAutoFit/>
          </a:bodyPr>
          <a:lstStyle/>
          <a:p>
            <a:pPr indent="0" lvl="0" marL="2286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Arial"/>
              <a:ea typeface="Arial"/>
              <a:cs typeface="Arial"/>
              <a:sym typeface="Arial"/>
            </a:endParaRPr>
          </a:p>
        </p:txBody>
      </p:sp>
      <p:grpSp>
        <p:nvGrpSpPr>
          <p:cNvPr id="162" name="Google Shape;162;p8"/>
          <p:cNvGrpSpPr/>
          <p:nvPr/>
        </p:nvGrpSpPr>
        <p:grpSpPr>
          <a:xfrm>
            <a:off x="438150" y="3973875"/>
            <a:ext cx="3415500" cy="3299732"/>
            <a:chOff x="438150" y="3745275"/>
            <a:chExt cx="3415500" cy="3299732"/>
          </a:xfrm>
        </p:grpSpPr>
        <p:sp>
          <p:nvSpPr>
            <p:cNvPr id="163" name="Google Shape;163;p8"/>
            <p:cNvSpPr txBox="1"/>
            <p:nvPr/>
          </p:nvSpPr>
          <p:spPr>
            <a:xfrm>
              <a:off x="438150" y="3745275"/>
              <a:ext cx="3415500" cy="369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00000"/>
                  </a:solidFill>
                  <a:latin typeface="Roboto"/>
                  <a:ea typeface="Roboto"/>
                  <a:cs typeface="Roboto"/>
                  <a:sym typeface="Roboto"/>
                </a:rPr>
                <a:t>Milestone 2 - Compile Summary Information </a:t>
              </a:r>
              <a:endParaRPr b="1" i="0" sz="1200" u="none" cap="none" strike="noStrike">
                <a:solidFill>
                  <a:srgbClr val="000000"/>
                </a:solidFill>
                <a:latin typeface="Roboto"/>
                <a:ea typeface="Roboto"/>
                <a:cs typeface="Roboto"/>
                <a:sym typeface="Roboto"/>
              </a:endParaRPr>
            </a:p>
          </p:txBody>
        </p:sp>
        <p:sp>
          <p:nvSpPr>
            <p:cNvPr id="164" name="Google Shape;164;p8"/>
            <p:cNvSpPr txBox="1"/>
            <p:nvPr/>
          </p:nvSpPr>
          <p:spPr>
            <a:xfrm>
              <a:off x="482325" y="4038407"/>
              <a:ext cx="3224100" cy="3006600"/>
            </a:xfrm>
            <a:prstGeom prst="rect">
              <a:avLst/>
            </a:prstGeom>
            <a:noFill/>
            <a:ln>
              <a:noFill/>
            </a:ln>
          </p:spPr>
          <p:txBody>
            <a:bodyPr anchorCtr="0" anchor="t" bIns="91425" lIns="91425" spcFirstLastPara="1" rIns="91425" wrap="square" tIns="91425">
              <a:spAutoFit/>
            </a:bodyPr>
            <a:lstStyle/>
            <a:p>
              <a:pPr indent="-257175" lvl="0" marL="257175"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Arial"/>
                  <a:ea typeface="Arial"/>
                  <a:cs typeface="Arial"/>
                  <a:sym typeface="Arial"/>
                </a:rPr>
                <a:t>🎯 </a:t>
              </a:r>
              <a:r>
                <a:rPr b="1" i="0" lang="en" sz="1200" u="none" cap="none" strike="noStrike">
                  <a:solidFill>
                    <a:schemeClr val="dk1"/>
                  </a:solidFill>
                  <a:latin typeface="Roboto"/>
                  <a:ea typeface="Roboto"/>
                  <a:cs typeface="Roboto"/>
                  <a:sym typeface="Roboto"/>
                </a:rPr>
                <a:t>Target Goal:</a:t>
              </a:r>
              <a:r>
                <a:rPr b="0" i="0" lang="en" sz="1200" u="none" cap="none" strike="noStrike">
                  <a:solidFill>
                    <a:schemeClr val="dk1"/>
                  </a:solidFill>
                  <a:latin typeface="Roboto"/>
                  <a:ea typeface="Roboto"/>
                  <a:cs typeface="Roboto"/>
                  <a:sym typeface="Roboto"/>
                </a:rPr>
                <a:t> Inspect user data to learn important relationships between variables. </a:t>
              </a:r>
              <a:endParaRPr b="0" i="0" sz="1200" u="none" cap="none" strike="noStrike">
                <a:solidFill>
                  <a:schemeClr val="dk1"/>
                </a:solidFill>
                <a:latin typeface="Roboto"/>
                <a:ea typeface="Roboto"/>
                <a:cs typeface="Roboto"/>
                <a:sym typeface="Roboto"/>
              </a:endParaRPr>
            </a:p>
            <a:p>
              <a:pPr indent="-257175" lvl="0" marL="257175" marR="0" rtl="0" algn="l">
                <a:lnSpc>
                  <a:spcPct val="100000"/>
                </a:lnSpc>
                <a:spcBef>
                  <a:spcPts val="700"/>
                </a:spcBef>
                <a:spcAft>
                  <a:spcPts val="0"/>
                </a:spcAft>
                <a:buClr>
                  <a:srgbClr val="000000"/>
                </a:buClr>
                <a:buSzPts val="1500"/>
                <a:buFont typeface="Arial"/>
                <a:buNone/>
              </a:pPr>
              <a:r>
                <a:rPr b="0" i="0" lang="en" sz="1500" u="none" cap="none" strike="noStrike">
                  <a:solidFill>
                    <a:schemeClr val="dk1"/>
                  </a:solidFill>
                  <a:latin typeface="Arial"/>
                  <a:ea typeface="Arial"/>
                  <a:cs typeface="Arial"/>
                  <a:sym typeface="Arial"/>
                </a:rPr>
                <a:t>🎯</a:t>
              </a:r>
              <a:r>
                <a:rPr b="0" i="0" lang="en" sz="1200" u="none" cap="none" strike="noStrike">
                  <a:solidFill>
                    <a:schemeClr val="dk1"/>
                  </a:solidFill>
                  <a:latin typeface="Arial"/>
                  <a:ea typeface="Arial"/>
                  <a:cs typeface="Arial"/>
                  <a:sym typeface="Arial"/>
                </a:rPr>
                <a:t> </a:t>
              </a:r>
              <a:r>
                <a:rPr b="1" i="0" lang="en" sz="1200" u="none" cap="none" strike="noStrike">
                  <a:solidFill>
                    <a:schemeClr val="dk1"/>
                  </a:solidFill>
                  <a:latin typeface="Roboto"/>
                  <a:ea typeface="Roboto"/>
                  <a:cs typeface="Roboto"/>
                  <a:sym typeface="Roboto"/>
                </a:rPr>
                <a:t>Methods:</a:t>
              </a:r>
              <a:r>
                <a:rPr b="0" i="0" lang="en" sz="1200" u="none" cap="none" strike="noStrike">
                  <a:solidFill>
                    <a:schemeClr val="dk1"/>
                  </a:solidFill>
                  <a:latin typeface="Roboto"/>
                  <a:ea typeface="Roboto"/>
                  <a:cs typeface="Roboto"/>
                  <a:sym typeface="Roboto"/>
                </a:rPr>
                <a:t> </a:t>
              </a:r>
              <a:endParaRPr b="0" i="0" sz="1200" u="none" cap="none" strike="noStrike">
                <a:solidFill>
                  <a:schemeClr val="dk1"/>
                </a:solidFill>
                <a:latin typeface="Roboto"/>
                <a:ea typeface="Roboto"/>
                <a:cs typeface="Roboto"/>
                <a:sym typeface="Roboto"/>
              </a:endParaRPr>
            </a:p>
            <a:p>
              <a:pPr indent="-190500" lvl="0" marL="457200" marR="0" rtl="0" algn="l">
                <a:lnSpc>
                  <a:spcPct val="100000"/>
                </a:lnSpc>
                <a:spcBef>
                  <a:spcPts val="50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Built a dataframe</a:t>
              </a:r>
              <a:endParaRPr b="0" i="0" sz="1200" u="none" cap="none" strike="noStrike">
                <a:solidFill>
                  <a:schemeClr val="dk1"/>
                </a:solidFill>
                <a:latin typeface="Roboto"/>
                <a:ea typeface="Roboto"/>
                <a:cs typeface="Roboto"/>
                <a:sym typeface="Roboto"/>
              </a:endParaRPr>
            </a:p>
            <a:p>
              <a:pPr indent="-190500" lvl="1" marL="685800" marR="0" rtl="0" algn="l">
                <a:lnSpc>
                  <a:spcPct val="10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Each row represents a single observation, and each column represents a single variable</a:t>
              </a:r>
              <a:endParaRPr b="0" i="0" sz="1200" u="none" cap="none" strike="noStrike">
                <a:solidFill>
                  <a:schemeClr val="dk1"/>
                </a:solidFill>
                <a:latin typeface="Roboto"/>
                <a:ea typeface="Roboto"/>
                <a:cs typeface="Roboto"/>
                <a:sym typeface="Roboto"/>
              </a:endParaRPr>
            </a:p>
            <a:p>
              <a:pPr indent="-190500" lvl="0" marL="457200" marR="0" rtl="0" algn="l">
                <a:lnSpc>
                  <a:spcPct val="100000"/>
                </a:lnSpc>
                <a:spcBef>
                  <a:spcPts val="30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Collected preliminary statistics</a:t>
              </a:r>
              <a:endParaRPr b="0" i="0" sz="1200" u="none" cap="none" strike="noStrike">
                <a:solidFill>
                  <a:schemeClr val="dk1"/>
                </a:solidFill>
                <a:latin typeface="Roboto"/>
                <a:ea typeface="Roboto"/>
                <a:cs typeface="Roboto"/>
                <a:sym typeface="Roboto"/>
              </a:endParaRPr>
            </a:p>
            <a:p>
              <a:pPr indent="-190500" lvl="0" marL="457200" marR="0" rtl="0" algn="l">
                <a:lnSpc>
                  <a:spcPct val="10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Analyzed user behavior</a:t>
              </a:r>
              <a:endParaRPr b="0" i="0" sz="1200" u="none" cap="none" strike="noStrike">
                <a:solidFill>
                  <a:schemeClr val="dk1"/>
                </a:solidFill>
                <a:latin typeface="Roboto"/>
                <a:ea typeface="Roboto"/>
                <a:cs typeface="Roboto"/>
                <a:sym typeface="Roboto"/>
              </a:endParaRPr>
            </a:p>
            <a:p>
              <a:pPr indent="-257175" lvl="0" marL="257175" marR="0" rtl="0" algn="l">
                <a:lnSpc>
                  <a:spcPct val="100000"/>
                </a:lnSpc>
                <a:spcBef>
                  <a:spcPts val="700"/>
                </a:spcBef>
                <a:spcAft>
                  <a:spcPts val="500"/>
                </a:spcAft>
                <a:buClr>
                  <a:srgbClr val="000000"/>
                </a:buClr>
                <a:buSzPts val="1500"/>
                <a:buFont typeface="Arial"/>
                <a:buNone/>
              </a:pPr>
              <a:r>
                <a:rPr b="0" i="0" lang="en" sz="1500" u="none" cap="none" strike="noStrike">
                  <a:solidFill>
                    <a:schemeClr val="dk1"/>
                  </a:solidFill>
                  <a:latin typeface="Arial"/>
                  <a:ea typeface="Arial"/>
                  <a:cs typeface="Arial"/>
                  <a:sym typeface="Arial"/>
                </a:rPr>
                <a:t>🎯</a:t>
              </a:r>
              <a:r>
                <a:rPr b="0" i="0" lang="en" sz="1200" u="none" cap="none" strike="noStrike">
                  <a:solidFill>
                    <a:schemeClr val="dk1"/>
                  </a:solidFill>
                  <a:latin typeface="Arial"/>
                  <a:ea typeface="Arial"/>
                  <a:cs typeface="Arial"/>
                  <a:sym typeface="Arial"/>
                </a:rPr>
                <a:t> </a:t>
              </a:r>
              <a:r>
                <a:rPr b="1" i="0" lang="en" sz="1200" u="none" cap="none" strike="noStrike">
                  <a:solidFill>
                    <a:schemeClr val="dk1"/>
                  </a:solidFill>
                  <a:latin typeface="Roboto"/>
                  <a:ea typeface="Roboto"/>
                  <a:cs typeface="Roboto"/>
                  <a:sym typeface="Roboto"/>
                </a:rPr>
                <a:t>Impact:</a:t>
              </a:r>
              <a:r>
                <a:rPr b="0" i="0" lang="en" sz="1200" u="none" cap="none" strike="noStrike">
                  <a:solidFill>
                    <a:schemeClr val="dk1"/>
                  </a:solidFill>
                  <a:latin typeface="Roboto"/>
                  <a:ea typeface="Roboto"/>
                  <a:cs typeface="Roboto"/>
                  <a:sym typeface="Roboto"/>
                </a:rPr>
                <a:t> Our team determined important relationships between variables that will guide further analysis of user data. </a:t>
              </a:r>
              <a:endParaRPr b="0" i="0" sz="1200" u="none" cap="none" strike="noStrike">
                <a:solidFill>
                  <a:schemeClr val="dk1"/>
                </a:solidFill>
                <a:latin typeface="Roboto"/>
                <a:ea typeface="Roboto"/>
                <a:cs typeface="Roboto"/>
                <a:sym typeface="Roboto"/>
              </a:endParaRPr>
            </a:p>
          </p:txBody>
        </p:sp>
      </p:grpSp>
      <p:sp>
        <p:nvSpPr>
          <p:cNvPr id="165" name="Google Shape;165;p8"/>
          <p:cNvSpPr txBox="1"/>
          <p:nvPr/>
        </p:nvSpPr>
        <p:spPr>
          <a:xfrm>
            <a:off x="3939600" y="3976275"/>
            <a:ext cx="3354900" cy="4719000"/>
          </a:xfrm>
          <a:prstGeom prst="rect">
            <a:avLst/>
          </a:prstGeom>
          <a:noFill/>
          <a:ln>
            <a:noFill/>
          </a:ln>
        </p:spPr>
        <p:txBody>
          <a:bodyPr anchorCtr="0" anchor="t" bIns="91425" lIns="91425" spcFirstLastPara="1" rIns="91425" wrap="square" tIns="91425">
            <a:noAutofit/>
          </a:bodyPr>
          <a:lstStyle/>
          <a:p>
            <a:pPr indent="-142875" lvl="0" marL="142875" marR="0" rtl="0" algn="l">
              <a:lnSpc>
                <a:spcPct val="100000"/>
              </a:lnSpc>
              <a:spcBef>
                <a:spcPts val="0"/>
              </a:spcBef>
              <a:spcAft>
                <a:spcPts val="0"/>
              </a:spcAft>
              <a:buClr>
                <a:schemeClr val="dk1"/>
              </a:buClr>
              <a:buSzPts val="1150"/>
              <a:buFont typeface="Roboto"/>
              <a:buChar char="●"/>
            </a:pPr>
            <a:r>
              <a:rPr b="0" i="0" lang="en" sz="1150" u="none" cap="none" strike="noStrike">
                <a:solidFill>
                  <a:srgbClr val="000000"/>
                </a:solidFill>
                <a:latin typeface="Roboto"/>
                <a:ea typeface="Roboto"/>
                <a:cs typeface="Roboto"/>
                <a:sym typeface="Roboto"/>
              </a:rPr>
              <a:t>This dataset contains</a:t>
            </a:r>
            <a:r>
              <a:rPr b="1" i="0" lang="en" sz="1150" u="none" cap="none" strike="noStrike">
                <a:solidFill>
                  <a:srgbClr val="000000"/>
                </a:solidFill>
                <a:latin typeface="Roboto"/>
                <a:ea typeface="Roboto"/>
                <a:cs typeface="Roboto"/>
                <a:sym typeface="Roboto"/>
              </a:rPr>
              <a:t> 82% retained users </a:t>
            </a:r>
            <a:r>
              <a:rPr b="0" i="0" lang="en" sz="1150" u="none" cap="none" strike="noStrike">
                <a:solidFill>
                  <a:srgbClr val="000000"/>
                </a:solidFill>
                <a:latin typeface="Roboto"/>
                <a:ea typeface="Roboto"/>
                <a:cs typeface="Roboto"/>
                <a:sym typeface="Roboto"/>
              </a:rPr>
              <a:t>and</a:t>
            </a:r>
            <a:r>
              <a:rPr b="1" i="0" lang="en" sz="1150" u="none" cap="none" strike="noStrike">
                <a:solidFill>
                  <a:srgbClr val="000000"/>
                </a:solidFill>
                <a:latin typeface="Roboto"/>
                <a:ea typeface="Roboto"/>
                <a:cs typeface="Roboto"/>
                <a:sym typeface="Roboto"/>
              </a:rPr>
              <a:t> 18% churned users</a:t>
            </a:r>
            <a:r>
              <a:rPr b="0" i="0" lang="en" sz="1150" u="none" cap="none" strike="noStrike">
                <a:solidFill>
                  <a:srgbClr val="000000"/>
                </a:solidFill>
                <a:latin typeface="Roboto"/>
                <a:ea typeface="Roboto"/>
                <a:cs typeface="Roboto"/>
                <a:sym typeface="Roboto"/>
              </a:rPr>
              <a:t>.</a:t>
            </a:r>
            <a:endParaRPr b="0" i="0" sz="1150" u="none" cap="none" strike="noStrike">
              <a:solidFill>
                <a:srgbClr val="000000"/>
              </a:solidFill>
              <a:latin typeface="Roboto"/>
              <a:ea typeface="Roboto"/>
              <a:cs typeface="Roboto"/>
              <a:sym typeface="Roboto"/>
            </a:endParaRPr>
          </a:p>
          <a:p>
            <a:pPr indent="-142875" lvl="0" marL="142875" marR="0" rtl="0" algn="l">
              <a:lnSpc>
                <a:spcPct val="100000"/>
              </a:lnSpc>
              <a:spcBef>
                <a:spcPts val="800"/>
              </a:spcBef>
              <a:spcAft>
                <a:spcPts val="0"/>
              </a:spcAft>
              <a:buClr>
                <a:schemeClr val="dk1"/>
              </a:buClr>
              <a:buSzPts val="1150"/>
              <a:buFont typeface="Roboto"/>
              <a:buChar char="●"/>
            </a:pPr>
            <a:r>
              <a:rPr b="0" i="0" lang="en" sz="1150" u="none" cap="none" strike="noStrike">
                <a:solidFill>
                  <a:srgbClr val="000000"/>
                </a:solidFill>
                <a:latin typeface="Roboto"/>
                <a:ea typeface="Roboto"/>
                <a:cs typeface="Roboto"/>
                <a:sym typeface="Roboto"/>
              </a:rPr>
              <a:t>The dataset contains 12 unique variables with types including objects, floats, and integers; the label column is missing 700 values with no indication that the omissions are non-random.</a:t>
            </a:r>
            <a:endParaRPr b="0" i="0" sz="1150" u="none" cap="none" strike="noStrike">
              <a:solidFill>
                <a:srgbClr val="000000"/>
              </a:solidFill>
              <a:latin typeface="Roboto"/>
              <a:ea typeface="Roboto"/>
              <a:cs typeface="Roboto"/>
              <a:sym typeface="Roboto"/>
            </a:endParaRPr>
          </a:p>
          <a:p>
            <a:pPr indent="-114300" lvl="0" marL="114300" marR="0" rtl="0" algn="l">
              <a:lnSpc>
                <a:spcPct val="100000"/>
              </a:lnSpc>
              <a:spcBef>
                <a:spcPts val="800"/>
              </a:spcBef>
              <a:spcAft>
                <a:spcPts val="0"/>
              </a:spcAft>
              <a:buClr>
                <a:schemeClr val="dk1"/>
              </a:buClr>
              <a:buSzPts val="1150"/>
              <a:buFont typeface="Roboto"/>
              <a:buChar char="●"/>
            </a:pPr>
            <a:r>
              <a:rPr b="0" i="0" lang="en" sz="1150" u="none" cap="none" strike="noStrike">
                <a:solidFill>
                  <a:srgbClr val="000000"/>
                </a:solidFill>
                <a:latin typeface="Roboto"/>
                <a:ea typeface="Roboto"/>
                <a:cs typeface="Roboto"/>
                <a:sym typeface="Roboto"/>
              </a:rPr>
              <a:t>Churned users averaged ~3 more drives in the last month than retained users.</a:t>
            </a:r>
            <a:endParaRPr b="0" i="0" sz="1150" u="none" cap="none" strike="noStrike">
              <a:solidFill>
                <a:srgbClr val="000000"/>
              </a:solidFill>
              <a:latin typeface="Roboto"/>
              <a:ea typeface="Roboto"/>
              <a:cs typeface="Roboto"/>
              <a:sym typeface="Roboto"/>
            </a:endParaRPr>
          </a:p>
          <a:p>
            <a:pPr indent="-114300" lvl="0" marL="114300" marR="0" rtl="0" algn="l">
              <a:lnSpc>
                <a:spcPct val="100000"/>
              </a:lnSpc>
              <a:spcBef>
                <a:spcPts val="1000"/>
              </a:spcBef>
              <a:spcAft>
                <a:spcPts val="0"/>
              </a:spcAft>
              <a:buClr>
                <a:schemeClr val="dk1"/>
              </a:buClr>
              <a:buSzPts val="1150"/>
              <a:buFont typeface="Roboto"/>
              <a:buChar char="●"/>
            </a:pPr>
            <a:r>
              <a:rPr b="0" i="0" lang="en" sz="1150" u="none" cap="none" strike="noStrike">
                <a:solidFill>
                  <a:srgbClr val="000000"/>
                </a:solidFill>
                <a:latin typeface="Roboto"/>
                <a:ea typeface="Roboto"/>
                <a:cs typeface="Roboto"/>
                <a:sym typeface="Roboto"/>
              </a:rPr>
              <a:t>Retained users used the app on over twice as many days as churned users in the last month.</a:t>
            </a:r>
            <a:endParaRPr b="0" i="0" sz="1150" u="none" cap="none" strike="noStrike">
              <a:solidFill>
                <a:srgbClr val="000000"/>
              </a:solidFill>
              <a:latin typeface="Roboto"/>
              <a:ea typeface="Roboto"/>
              <a:cs typeface="Roboto"/>
              <a:sym typeface="Roboto"/>
            </a:endParaRPr>
          </a:p>
          <a:p>
            <a:pPr indent="-114300" lvl="0" marL="114300" marR="0" rtl="0" algn="l">
              <a:lnSpc>
                <a:spcPct val="100000"/>
              </a:lnSpc>
              <a:spcBef>
                <a:spcPts val="1000"/>
              </a:spcBef>
              <a:spcAft>
                <a:spcPts val="0"/>
              </a:spcAft>
              <a:buClr>
                <a:schemeClr val="dk1"/>
              </a:buClr>
              <a:buSzPts val="1150"/>
              <a:buFont typeface="Roboto"/>
              <a:buChar char="●"/>
            </a:pPr>
            <a:r>
              <a:rPr b="0" i="0" lang="en" sz="1150" u="none" cap="none" strike="noStrike">
                <a:solidFill>
                  <a:srgbClr val="000000"/>
                </a:solidFill>
                <a:latin typeface="Roboto"/>
                <a:ea typeface="Roboto"/>
                <a:cs typeface="Roboto"/>
                <a:sym typeface="Roboto"/>
              </a:rPr>
              <a:t>The median churned user drove ~200 more kilometers and 2.5 more hours during the last month than the median retained user.</a:t>
            </a:r>
            <a:endParaRPr b="0" i="0" sz="1150" u="none" cap="none" strike="noStrike">
              <a:solidFill>
                <a:srgbClr val="000000"/>
              </a:solidFill>
              <a:latin typeface="Roboto"/>
              <a:ea typeface="Roboto"/>
              <a:cs typeface="Roboto"/>
              <a:sym typeface="Roboto"/>
            </a:endParaRPr>
          </a:p>
          <a:p>
            <a:pPr indent="-114300" lvl="0" marL="114300" marR="0" rtl="0" algn="l">
              <a:lnSpc>
                <a:spcPct val="100000"/>
              </a:lnSpc>
              <a:spcBef>
                <a:spcPts val="1000"/>
              </a:spcBef>
              <a:spcAft>
                <a:spcPts val="0"/>
              </a:spcAft>
              <a:buClr>
                <a:schemeClr val="dk1"/>
              </a:buClr>
              <a:buSzPts val="1150"/>
              <a:buFont typeface="Roboto"/>
              <a:buChar char="●"/>
            </a:pPr>
            <a:r>
              <a:rPr b="0" i="0" lang="en" sz="1150" u="none" cap="none" strike="noStrike">
                <a:solidFill>
                  <a:srgbClr val="000000"/>
                </a:solidFill>
                <a:latin typeface="Roboto"/>
                <a:ea typeface="Roboto"/>
                <a:cs typeface="Roboto"/>
                <a:sym typeface="Roboto"/>
              </a:rPr>
              <a:t>Churned users had more drives in fewer days, and their trips were farther and longer in duration. Perhaps this is suggestive of a user profile; our team will have to continue exploring! </a:t>
            </a:r>
            <a:endParaRPr b="0" i="0" sz="1150" u="none" cap="none" strike="noStrike">
              <a:solidFill>
                <a:srgbClr val="000000"/>
              </a:solidFill>
              <a:latin typeface="Roboto"/>
              <a:ea typeface="Roboto"/>
              <a:cs typeface="Roboto"/>
              <a:sym typeface="Roboto"/>
            </a:endParaRPr>
          </a:p>
          <a:p>
            <a:pPr indent="-114300" lvl="0" marL="114300" marR="0" rtl="0" algn="l">
              <a:lnSpc>
                <a:spcPct val="100000"/>
              </a:lnSpc>
              <a:spcBef>
                <a:spcPts val="1000"/>
              </a:spcBef>
              <a:spcAft>
                <a:spcPts val="0"/>
              </a:spcAft>
              <a:buClr>
                <a:schemeClr val="dk1"/>
              </a:buClr>
              <a:buSzPts val="1150"/>
              <a:buFont typeface="Roboto"/>
              <a:buChar char="●"/>
            </a:pPr>
            <a:r>
              <a:rPr b="0" i="0" lang="en" sz="1150" u="none" cap="none" strike="noStrike">
                <a:solidFill>
                  <a:srgbClr val="000000"/>
                </a:solidFill>
                <a:latin typeface="Roboto"/>
                <a:ea typeface="Roboto"/>
                <a:cs typeface="Roboto"/>
                <a:sym typeface="Roboto"/>
              </a:rPr>
              <a:t>The median user who churned drove 698 kilometers each day they drove last month, which is about 240% the per-drive-day distance of retained users.</a:t>
            </a:r>
            <a:endParaRPr b="0" i="0" sz="1150" u="none" cap="none" strike="noStrike">
              <a:solidFill>
                <a:srgbClr val="000000"/>
              </a:solidFill>
              <a:latin typeface="Roboto"/>
              <a:ea typeface="Roboto"/>
              <a:cs typeface="Roboto"/>
              <a:sym typeface="Roboto"/>
            </a:endParaRPr>
          </a:p>
          <a:p>
            <a:pPr indent="-114300" lvl="0" marL="114300" marR="0" rtl="0" algn="l">
              <a:lnSpc>
                <a:spcPct val="100000"/>
              </a:lnSpc>
              <a:spcBef>
                <a:spcPts val="1000"/>
              </a:spcBef>
              <a:spcAft>
                <a:spcPts val="0"/>
              </a:spcAft>
              <a:buClr>
                <a:schemeClr val="dk1"/>
              </a:buClr>
              <a:buSzPts val="1150"/>
              <a:buFont typeface="Roboto"/>
              <a:buChar char="●"/>
            </a:pPr>
            <a:r>
              <a:rPr b="0" i="0" lang="en" sz="1150" u="none" cap="none" strike="noStrike">
                <a:solidFill>
                  <a:schemeClr val="dk1"/>
                </a:solidFill>
                <a:latin typeface="Roboto"/>
                <a:ea typeface="Roboto"/>
                <a:cs typeface="Roboto"/>
                <a:sym typeface="Roboto"/>
              </a:rPr>
              <a:t>Regardless of user churn, the users represented in this data drive a lot! It is probably safe to assume that this data does not represent typical drivers at large. </a:t>
            </a:r>
            <a:endParaRPr b="0" i="0" sz="1150" u="none" cap="none" strike="noStrike">
              <a:solidFill>
                <a:srgbClr val="000000"/>
              </a:solidFill>
              <a:latin typeface="Roboto"/>
              <a:ea typeface="Roboto"/>
              <a:cs typeface="Roboto"/>
              <a:sym typeface="Roboto"/>
            </a:endParaRPr>
          </a:p>
          <a:p>
            <a:pPr indent="0" lvl="0" marL="457200" marR="0" rtl="0" algn="l">
              <a:lnSpc>
                <a:spcPct val="100000"/>
              </a:lnSpc>
              <a:spcBef>
                <a:spcPts val="1000"/>
              </a:spcBef>
              <a:spcAft>
                <a:spcPts val="100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66" name="Google Shape;166;p8"/>
          <p:cNvSpPr txBox="1"/>
          <p:nvPr/>
        </p:nvSpPr>
        <p:spPr>
          <a:xfrm>
            <a:off x="404725" y="7798200"/>
            <a:ext cx="3448800" cy="2260200"/>
          </a:xfrm>
          <a:prstGeom prst="rect">
            <a:avLst/>
          </a:prstGeom>
          <a:noFill/>
          <a:ln>
            <a:noFill/>
          </a:ln>
        </p:spPr>
        <p:txBody>
          <a:bodyPr anchorCtr="0" anchor="t" bIns="91425" lIns="91425" spcFirstLastPara="1" rIns="91425" wrap="square" tIns="91425">
            <a:spAutoFit/>
          </a:bodyPr>
          <a:lstStyle/>
          <a:p>
            <a:pPr indent="-187325" lvl="0" marL="285750" marR="0" rtl="0" algn="l">
              <a:lnSpc>
                <a:spcPct val="100000"/>
              </a:lnSpc>
              <a:spcBef>
                <a:spcPts val="0"/>
              </a:spcBef>
              <a:spcAft>
                <a:spcPts val="0"/>
              </a:spcAft>
              <a:buClr>
                <a:schemeClr val="dk1"/>
              </a:buClr>
              <a:buSzPts val="1150"/>
              <a:buFont typeface="Roboto"/>
              <a:buChar char="➔"/>
            </a:pPr>
            <a:r>
              <a:rPr b="1" i="0" lang="en" sz="1150" u="none" cap="none" strike="noStrike">
                <a:solidFill>
                  <a:schemeClr val="dk1"/>
                </a:solidFill>
                <a:latin typeface="Roboto"/>
                <a:ea typeface="Roboto"/>
                <a:cs typeface="Roboto"/>
                <a:sym typeface="Roboto"/>
              </a:rPr>
              <a:t>Our team recommends gathering more data on the super-drivers</a:t>
            </a:r>
            <a:r>
              <a:rPr b="0" i="0" lang="en" sz="1150" u="none" cap="none" strike="noStrike">
                <a:solidFill>
                  <a:schemeClr val="dk1"/>
                </a:solidFill>
                <a:latin typeface="Roboto"/>
                <a:ea typeface="Roboto"/>
                <a:cs typeface="Roboto"/>
                <a:sym typeface="Roboto"/>
              </a:rPr>
              <a:t>. It's possible that the reason they’re driving so much is also the reason why the Waze app does not meet their specific set of needs, which may differ from the typical driver.</a:t>
            </a:r>
            <a:endParaRPr b="0" i="0" sz="1150" u="none" cap="none" strike="noStrike">
              <a:solidFill>
                <a:schemeClr val="dk1"/>
              </a:solidFill>
              <a:latin typeface="Roboto"/>
              <a:ea typeface="Roboto"/>
              <a:cs typeface="Roboto"/>
              <a:sym typeface="Roboto"/>
            </a:endParaRPr>
          </a:p>
          <a:p>
            <a:pPr indent="-187325" lvl="0" marL="285750" marR="0" rtl="0" algn="l">
              <a:lnSpc>
                <a:spcPct val="100000"/>
              </a:lnSpc>
              <a:spcBef>
                <a:spcPts val="1000"/>
              </a:spcBef>
              <a:spcAft>
                <a:spcPts val="1000"/>
              </a:spcAft>
              <a:buClr>
                <a:schemeClr val="dk1"/>
              </a:buClr>
              <a:buSzPts val="1150"/>
              <a:buFont typeface="Roboto"/>
              <a:buChar char="➔"/>
            </a:pPr>
            <a:r>
              <a:rPr b="1" i="0" lang="en" sz="1150" u="none" cap="none" strike="noStrike">
                <a:solidFill>
                  <a:schemeClr val="dk1"/>
                </a:solidFill>
                <a:latin typeface="Roboto"/>
                <a:ea typeface="Roboto"/>
                <a:cs typeface="Roboto"/>
                <a:sym typeface="Roboto"/>
              </a:rPr>
              <a:t>The immediate next step is to conduct thorough EDA and develop data visualizations</a:t>
            </a:r>
            <a:r>
              <a:rPr b="0" i="0" lang="en" sz="1150" u="none" cap="none" strike="noStrike">
                <a:solidFill>
                  <a:schemeClr val="dk1"/>
                </a:solidFill>
                <a:latin typeface="Roboto"/>
                <a:ea typeface="Roboto"/>
                <a:cs typeface="Roboto"/>
                <a:sym typeface="Roboto"/>
              </a:rPr>
              <a:t> to illustrate the narrative behind the data and guide future project decisions. </a:t>
            </a:r>
            <a:endParaRPr b="0" i="0" sz="1150" u="none" cap="none" strike="noStrike">
              <a:solidFill>
                <a:srgbClr val="000000"/>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