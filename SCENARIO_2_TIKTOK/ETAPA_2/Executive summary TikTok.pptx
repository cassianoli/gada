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 id="2147483656" r:id="rId5"/>
  </p:sldMasterIdLst>
  <p:notesMasterIdLst>
    <p:notesMasterId r:id="rId6"/>
  </p:notesMasterIdLst>
  <p:sldIdLst>
    <p:sldId id="256" r:id="rId7"/>
  </p:sldIdLst>
  <p:sldSz cy="10058400" cx="7772400"/>
  <p:notesSz cx="6858000" cy="9144000"/>
  <p:embeddedFontLst>
    <p:embeddedFont>
      <p:font typeface="Roboto"/>
      <p:regular r:id="rId8"/>
      <p:bold r:id="rId9"/>
      <p:italic r:id="rId10"/>
      <p:boldItalic r:id="rId11"/>
    </p:embeddedFont>
    <p:embeddedFont>
      <p:font typeface="PT Sans Narrow"/>
      <p:regular r:id="rId12"/>
      <p:bold r:id="rId13"/>
    </p:embeddedFont>
    <p:embeddedFont>
      <p:font typeface="Lato"/>
      <p:regular r:id="rId14"/>
      <p:bold r:id="rId15"/>
      <p:italic r:id="rId16"/>
      <p:boldItalic r:id="rId17"/>
    </p:embeddedFont>
    <p:embeddedFont>
      <p:font typeface="Work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44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WorkSans-italic.fntdata"/><Relationship Id="rId11" Type="http://schemas.openxmlformats.org/officeDocument/2006/relationships/font" Target="fonts/Roboto-boldItalic.fntdata"/><Relationship Id="rId10" Type="http://schemas.openxmlformats.org/officeDocument/2006/relationships/font" Target="fonts/Roboto-italic.fntdata"/><Relationship Id="rId21" Type="http://schemas.openxmlformats.org/officeDocument/2006/relationships/font" Target="fonts/WorkSans-boldItalic.fntdata"/><Relationship Id="rId13" Type="http://schemas.openxmlformats.org/officeDocument/2006/relationships/font" Target="fonts/PTSansNarrow-bold.fntdata"/><Relationship Id="rId12" Type="http://schemas.openxmlformats.org/officeDocument/2006/relationships/font" Target="fonts/PTSansNarrow-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bold.fntdata"/><Relationship Id="rId15" Type="http://schemas.openxmlformats.org/officeDocument/2006/relationships/font" Target="fonts/Lato-bold.fntdata"/><Relationship Id="rId14" Type="http://schemas.openxmlformats.org/officeDocument/2006/relationships/font" Target="fonts/Lato-regular.fntdata"/><Relationship Id="rId17" Type="http://schemas.openxmlformats.org/officeDocument/2006/relationships/font" Target="fonts/Lato-boldItalic.fntdata"/><Relationship Id="rId16" Type="http://schemas.openxmlformats.org/officeDocument/2006/relationships/font" Target="fonts/Lato-italic.fntdata"/><Relationship Id="rId5" Type="http://schemas.openxmlformats.org/officeDocument/2006/relationships/slideMaster" Target="slideMasters/slideMaster2.xml"/><Relationship Id="rId19" Type="http://schemas.openxmlformats.org/officeDocument/2006/relationships/font" Target="fonts/WorkSans-bold.fntdata"/><Relationship Id="rId6" Type="http://schemas.openxmlformats.org/officeDocument/2006/relationships/notesMaster" Target="notesMasters/notesMaster1.xml"/><Relationship Id="rId18" Type="http://schemas.openxmlformats.org/officeDocument/2006/relationships/font" Target="fonts/WorkSans-regular.fntdata"/><Relationship Id="rId7" Type="http://schemas.openxmlformats.org/officeDocument/2006/relationships/slide" Target="slides/slide1.xml"/><Relationship Id="rId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notes"/>
          <p:cNvSpPr/>
          <p:nvPr>
            <p:ph idx="2" type="sldImg"/>
          </p:nvPr>
        </p:nvSpPr>
        <p:spPr>
          <a:xfrm>
            <a:off x="2105025" y="685800"/>
            <a:ext cx="2649538"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10" name="Shape 10"/>
        <p:cNvGrpSpPr/>
        <p:nvPr/>
      </p:nvGrpSpPr>
      <p:grpSpPr>
        <a:xfrm>
          <a:off x="0" y="0"/>
          <a:ext cx="0" cy="0"/>
          <a:chOff x="0" y="0"/>
          <a:chExt cx="0" cy="0"/>
        </a:xfrm>
      </p:grpSpPr>
      <p:cxnSp>
        <p:nvCxnSpPr>
          <p:cNvPr id="11" name="Google Shape;11;p2"/>
          <p:cNvCxnSpPr>
            <a:stCxn id="12" idx="1"/>
          </p:cNvCxnSpPr>
          <p:nvPr/>
        </p:nvCxnSpPr>
        <p:spPr>
          <a:xfrm>
            <a:off x="3033473" y="937660"/>
            <a:ext cx="15900" cy="6568200"/>
          </a:xfrm>
          <a:prstGeom prst="straightConnector1">
            <a:avLst/>
          </a:prstGeom>
          <a:noFill/>
          <a:ln cap="flat" cmpd="sng" w="9525">
            <a:solidFill>
              <a:srgbClr val="CCCCCC"/>
            </a:solidFill>
            <a:prstDash val="solid"/>
            <a:round/>
            <a:headEnd len="sm" w="sm" type="none"/>
            <a:tailEnd len="sm" w="sm" type="none"/>
          </a:ln>
        </p:spPr>
      </p:cxnSp>
      <p:grpSp>
        <p:nvGrpSpPr>
          <p:cNvPr id="13" name="Google Shape;13;p2"/>
          <p:cNvGrpSpPr/>
          <p:nvPr/>
        </p:nvGrpSpPr>
        <p:grpSpPr>
          <a:xfrm>
            <a:off x="190320" y="900657"/>
            <a:ext cx="7581691" cy="5901"/>
            <a:chOff x="1890075" y="5241175"/>
            <a:chExt cx="4240556" cy="257700"/>
          </a:xfrm>
        </p:grpSpPr>
        <p:sp>
          <p:nvSpPr>
            <p:cNvPr id="14" name="Google Shape;14;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5" name="Google Shape;15;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6" name="Google Shape;16;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7" name="Google Shape;17;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18" name="Google Shape;18;p2"/>
          <p:cNvGrpSpPr/>
          <p:nvPr/>
        </p:nvGrpSpPr>
        <p:grpSpPr>
          <a:xfrm>
            <a:off x="190320" y="931759"/>
            <a:ext cx="7581691" cy="5901"/>
            <a:chOff x="1890075" y="5241175"/>
            <a:chExt cx="4240556" cy="257700"/>
          </a:xfrm>
        </p:grpSpPr>
        <p:sp>
          <p:nvSpPr>
            <p:cNvPr id="19" name="Google Shape;19;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0" name="Google Shape;20;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1" name="Google Shape;21;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2" name="Google Shape;22;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23" name="Google Shape;23;p2"/>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FB991"/>
              </a:solidFill>
              <a:latin typeface="Arial"/>
              <a:ea typeface="Arial"/>
              <a:cs typeface="Arial"/>
              <a:sym typeface="Arial"/>
            </a:endParaRPr>
          </a:p>
        </p:txBody>
      </p:sp>
      <p:sp>
        <p:nvSpPr>
          <p:cNvPr id="24" name="Google Shape;24;p2"/>
          <p:cNvSpPr/>
          <p:nvPr>
            <p:ph idx="2" type="pic"/>
          </p:nvPr>
        </p:nvSpPr>
        <p:spPr>
          <a:xfrm>
            <a:off x="3552088" y="1473363"/>
            <a:ext cx="3035400" cy="2495700"/>
          </a:xfrm>
          <a:prstGeom prst="rect">
            <a:avLst/>
          </a:prstGeom>
          <a:noFill/>
          <a:ln cap="flat" cmpd="sng" w="19050">
            <a:solidFill>
              <a:srgbClr val="000000"/>
            </a:solidFill>
            <a:prstDash val="solid"/>
            <a:round/>
            <a:headEnd len="sm" w="sm" type="none"/>
            <a:tailEnd len="sm" w="sm" type="none"/>
          </a:ln>
        </p:spPr>
      </p:sp>
      <p:sp>
        <p:nvSpPr>
          <p:cNvPr id="25" name="Google Shape;25;p2"/>
          <p:cNvSpPr txBox="1"/>
          <p:nvPr/>
        </p:nvSpPr>
        <p:spPr>
          <a:xfrm>
            <a:off x="510050" y="9659903"/>
            <a:ext cx="30816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t/>
            </a:r>
            <a:endParaRPr b="0" i="1" sz="1100" u="none" cap="none" strike="noStrike">
              <a:solidFill>
                <a:srgbClr val="000000"/>
              </a:solidFill>
              <a:latin typeface="Calibri"/>
              <a:ea typeface="Calibri"/>
              <a:cs typeface="Calibri"/>
              <a:sym typeface="Calibri"/>
            </a:endParaRPr>
          </a:p>
        </p:txBody>
      </p:sp>
      <p:sp>
        <p:nvSpPr>
          <p:cNvPr id="26" name="Google Shape;26;p2"/>
          <p:cNvSpPr/>
          <p:nvPr/>
        </p:nvSpPr>
        <p:spPr>
          <a:xfrm>
            <a:off x="159875" y="7502350"/>
            <a:ext cx="7612200" cy="2379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2"/>
          <p:cNvGrpSpPr/>
          <p:nvPr/>
        </p:nvGrpSpPr>
        <p:grpSpPr>
          <a:xfrm>
            <a:off x="190320" y="900657"/>
            <a:ext cx="7581691" cy="5901"/>
            <a:chOff x="1890075" y="5241175"/>
            <a:chExt cx="4240556" cy="257700"/>
          </a:xfrm>
        </p:grpSpPr>
        <p:sp>
          <p:nvSpPr>
            <p:cNvPr id="28" name="Google Shape;28;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9" name="Google Shape;29;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0" name="Google Shape;30;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1" name="Google Shape;31;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32" name="Google Shape;32;p2"/>
          <p:cNvGrpSpPr/>
          <p:nvPr/>
        </p:nvGrpSpPr>
        <p:grpSpPr>
          <a:xfrm>
            <a:off x="190320" y="931759"/>
            <a:ext cx="7581691" cy="5901"/>
            <a:chOff x="1890075" y="5241175"/>
            <a:chExt cx="4240556" cy="257700"/>
          </a:xfrm>
        </p:grpSpPr>
        <p:sp>
          <p:nvSpPr>
            <p:cNvPr id="33" name="Google Shape;33;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2" name="Google Shape;12;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4" name="Google Shape;34;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5" name="Google Shape;35;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36" name="Google Shape;36;p2"/>
          <p:cNvSpPr/>
          <p:nvPr/>
        </p:nvSpPr>
        <p:spPr>
          <a:xfrm rot="248910">
            <a:off x="7469568" y="-16320"/>
            <a:ext cx="1791494" cy="10540289"/>
          </a:xfrm>
          <a:prstGeom prst="rtTriangle">
            <a:avLst/>
          </a:prstGeom>
          <a:solidFill>
            <a:srgbClr val="575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FB991"/>
              </a:solidFill>
              <a:latin typeface="Arial"/>
              <a:ea typeface="Arial"/>
              <a:cs typeface="Arial"/>
              <a:sym typeface="Arial"/>
            </a:endParaRPr>
          </a:p>
        </p:txBody>
      </p:sp>
      <p:sp>
        <p:nvSpPr>
          <p:cNvPr id="37" name="Google Shape;37;p2"/>
          <p:cNvSpPr txBox="1"/>
          <p:nvPr/>
        </p:nvSpPr>
        <p:spPr>
          <a:xfrm>
            <a:off x="290394" y="9345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ISSUE / PROBLEM</a:t>
            </a:r>
            <a:endParaRPr b="0" i="0" sz="1500" u="none" cap="none" strike="noStrike">
              <a:solidFill>
                <a:srgbClr val="000000"/>
              </a:solidFill>
              <a:latin typeface="Work Sans"/>
              <a:ea typeface="Work Sans"/>
              <a:cs typeface="Work Sans"/>
              <a:sym typeface="Work Sans"/>
            </a:endParaRPr>
          </a:p>
        </p:txBody>
      </p:sp>
      <p:grpSp>
        <p:nvGrpSpPr>
          <p:cNvPr id="38" name="Google Shape;38;p2"/>
          <p:cNvGrpSpPr/>
          <p:nvPr/>
        </p:nvGrpSpPr>
        <p:grpSpPr>
          <a:xfrm>
            <a:off x="172024" y="1040825"/>
            <a:ext cx="137818" cy="187200"/>
            <a:chOff x="507100" y="1997600"/>
            <a:chExt cx="158375" cy="187200"/>
          </a:xfrm>
        </p:grpSpPr>
        <p:sp>
          <p:nvSpPr>
            <p:cNvPr id="39" name="Google Shape;39;p2"/>
            <p:cNvSpPr/>
            <p:nvPr/>
          </p:nvSpPr>
          <p:spPr>
            <a:xfrm>
              <a:off x="529575" y="1997600"/>
              <a:ext cx="135900" cy="187200"/>
            </a:xfrm>
            <a:prstGeom prst="chevron">
              <a:avLst>
                <a:gd fmla="val 50000" name="adj"/>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507100" y="2017025"/>
              <a:ext cx="135900" cy="146700"/>
            </a:xfrm>
            <a:prstGeom prst="chevron">
              <a:avLst>
                <a:gd fmla="val 50000" name="adj"/>
              </a:avLst>
            </a:prstGeom>
            <a:solidFill>
              <a:srgbClr val="4069DD"/>
            </a:solidFill>
            <a:ln cap="flat" cmpd="sng" w="9525">
              <a:solidFill>
                <a:srgbClr val="4069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 name="Google Shape;41;p2"/>
          <p:cNvSpPr txBox="1"/>
          <p:nvPr/>
        </p:nvSpPr>
        <p:spPr>
          <a:xfrm>
            <a:off x="308719" y="28014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RESPONSE </a:t>
            </a:r>
            <a:endParaRPr b="0" i="0" sz="1500" u="none" cap="none" strike="noStrike">
              <a:solidFill>
                <a:srgbClr val="000000"/>
              </a:solidFill>
              <a:latin typeface="Work Sans"/>
              <a:ea typeface="Work Sans"/>
              <a:cs typeface="Work Sans"/>
              <a:sym typeface="Work Sans"/>
            </a:endParaRPr>
          </a:p>
        </p:txBody>
      </p:sp>
      <p:grpSp>
        <p:nvGrpSpPr>
          <p:cNvPr id="42" name="Google Shape;42;p2"/>
          <p:cNvGrpSpPr/>
          <p:nvPr/>
        </p:nvGrpSpPr>
        <p:grpSpPr>
          <a:xfrm>
            <a:off x="190349" y="2907725"/>
            <a:ext cx="137818" cy="187200"/>
            <a:chOff x="507100" y="1540400"/>
            <a:chExt cx="158375" cy="187200"/>
          </a:xfrm>
        </p:grpSpPr>
        <p:sp>
          <p:nvSpPr>
            <p:cNvPr id="43" name="Google Shape;43;p2"/>
            <p:cNvSpPr/>
            <p:nvPr/>
          </p:nvSpPr>
          <p:spPr>
            <a:xfrm>
              <a:off x="529575" y="1540400"/>
              <a:ext cx="135900" cy="187200"/>
            </a:xfrm>
            <a:prstGeom prst="chevron">
              <a:avLst>
                <a:gd fmla="val 50000"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507100" y="1559825"/>
              <a:ext cx="135900" cy="146700"/>
            </a:xfrm>
            <a:prstGeom prst="chevron">
              <a:avLst>
                <a:gd fmla="val 50000" name="adj"/>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2"/>
          <p:cNvSpPr txBox="1"/>
          <p:nvPr/>
        </p:nvSpPr>
        <p:spPr>
          <a:xfrm>
            <a:off x="290394" y="5399875"/>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IMPACT  </a:t>
            </a:r>
            <a:endParaRPr b="0" i="0" sz="1500" u="none" cap="none" strike="noStrike">
              <a:solidFill>
                <a:srgbClr val="000000"/>
              </a:solidFill>
              <a:latin typeface="Work Sans"/>
              <a:ea typeface="Work Sans"/>
              <a:cs typeface="Work Sans"/>
              <a:sym typeface="Work Sans"/>
            </a:endParaRPr>
          </a:p>
        </p:txBody>
      </p:sp>
      <p:grpSp>
        <p:nvGrpSpPr>
          <p:cNvPr id="46" name="Google Shape;46;p2"/>
          <p:cNvGrpSpPr/>
          <p:nvPr/>
        </p:nvGrpSpPr>
        <p:grpSpPr>
          <a:xfrm>
            <a:off x="172024" y="5506200"/>
            <a:ext cx="137818" cy="187200"/>
            <a:chOff x="507100" y="1997600"/>
            <a:chExt cx="158375" cy="187200"/>
          </a:xfrm>
        </p:grpSpPr>
        <p:sp>
          <p:nvSpPr>
            <p:cNvPr id="47" name="Google Shape;47;p2"/>
            <p:cNvSpPr/>
            <p:nvPr/>
          </p:nvSpPr>
          <p:spPr>
            <a:xfrm>
              <a:off x="529575" y="1997600"/>
              <a:ext cx="135900" cy="187200"/>
            </a:xfrm>
            <a:prstGeom prst="chevron">
              <a:avLst>
                <a:gd fmla="val 50000" name="adj"/>
              </a:avLst>
            </a:prstGeom>
            <a:solidFill>
              <a:srgbClr val="F4B4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
            <p:cNvSpPr/>
            <p:nvPr/>
          </p:nvSpPr>
          <p:spPr>
            <a:xfrm>
              <a:off x="507100" y="2017025"/>
              <a:ext cx="135900" cy="146700"/>
            </a:xfrm>
            <a:prstGeom prst="chevron">
              <a:avLst>
                <a:gd fmla="val 50000" name="adj"/>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9" name="Google Shape;49;p2"/>
          <p:cNvSpPr txBox="1"/>
          <p:nvPr/>
        </p:nvSpPr>
        <p:spPr>
          <a:xfrm>
            <a:off x="-2480800" y="9126503"/>
            <a:ext cx="30816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t/>
            </a:r>
            <a:endParaRPr b="0" i="1" sz="1100" u="none" cap="none" strike="noStrike">
              <a:solidFill>
                <a:srgbClr val="000000"/>
              </a:solidFill>
              <a:latin typeface="Calibri"/>
              <a:ea typeface="Calibri"/>
              <a:cs typeface="Calibri"/>
              <a:sym typeface="Calibri"/>
            </a:endParaRPr>
          </a:p>
        </p:txBody>
      </p:sp>
      <p:sp>
        <p:nvSpPr>
          <p:cNvPr id="50" name="Google Shape;50;p2"/>
          <p:cNvSpPr txBox="1"/>
          <p:nvPr/>
        </p:nvSpPr>
        <p:spPr>
          <a:xfrm>
            <a:off x="315596" y="7502355"/>
            <a:ext cx="62733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KEY INSIGHTS</a:t>
            </a:r>
            <a:endParaRPr b="0" i="0" sz="1500" u="none" cap="none" strike="noStrike">
              <a:solidFill>
                <a:srgbClr val="000000"/>
              </a:solidFill>
              <a:latin typeface="Work Sans"/>
              <a:ea typeface="Work Sans"/>
              <a:cs typeface="Work Sans"/>
              <a:sym typeface="Work Sans"/>
            </a:endParaRPr>
          </a:p>
        </p:txBody>
      </p:sp>
      <p:grpSp>
        <p:nvGrpSpPr>
          <p:cNvPr id="51" name="Google Shape;51;p2"/>
          <p:cNvGrpSpPr/>
          <p:nvPr/>
        </p:nvGrpSpPr>
        <p:grpSpPr>
          <a:xfrm>
            <a:off x="172024" y="7607808"/>
            <a:ext cx="137818" cy="187200"/>
            <a:chOff x="507100" y="1997600"/>
            <a:chExt cx="158375" cy="187200"/>
          </a:xfrm>
        </p:grpSpPr>
        <p:sp>
          <p:nvSpPr>
            <p:cNvPr id="52" name="Google Shape;52;p2"/>
            <p:cNvSpPr/>
            <p:nvPr/>
          </p:nvSpPr>
          <p:spPr>
            <a:xfrm>
              <a:off x="529575" y="1997600"/>
              <a:ext cx="135900" cy="187200"/>
            </a:xfrm>
            <a:prstGeom prst="chevron">
              <a:avLst>
                <a:gd fmla="val 50000" name="adj"/>
              </a:avLst>
            </a:prstGeom>
            <a:solidFill>
              <a:srgbClr val="0F9D5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
            <p:cNvSpPr/>
            <p:nvPr/>
          </p:nvSpPr>
          <p:spPr>
            <a:xfrm>
              <a:off x="507100" y="2017025"/>
              <a:ext cx="135900" cy="146700"/>
            </a:xfrm>
            <a:prstGeom prst="chevron">
              <a:avLst>
                <a:gd fmla="val 50000" name="adj"/>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2"/>
          <p:cNvSpPr/>
          <p:nvPr>
            <p:ph idx="3" type="pic"/>
          </p:nvPr>
        </p:nvSpPr>
        <p:spPr>
          <a:xfrm>
            <a:off x="4054775" y="465995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type="title">
  <p:cSld name="TITLE">
    <p:spTree>
      <p:nvGrpSpPr>
        <p:cNvPr id="60" name="Shape 60"/>
        <p:cNvGrpSpPr/>
        <p:nvPr/>
      </p:nvGrpSpPr>
      <p:grpSpPr>
        <a:xfrm>
          <a:off x="0" y="0"/>
          <a:ext cx="0" cy="0"/>
          <a:chOff x="0" y="0"/>
          <a:chExt cx="0" cy="0"/>
        </a:xfrm>
      </p:grpSpPr>
      <p:grpSp>
        <p:nvGrpSpPr>
          <p:cNvPr id="61" name="Google Shape;61;p4"/>
          <p:cNvGrpSpPr/>
          <p:nvPr/>
        </p:nvGrpSpPr>
        <p:grpSpPr>
          <a:xfrm>
            <a:off x="172055" y="1468890"/>
            <a:ext cx="7434543" cy="62982"/>
            <a:chOff x="1890075" y="5241175"/>
            <a:chExt cx="4240556" cy="257700"/>
          </a:xfrm>
        </p:grpSpPr>
        <p:sp>
          <p:nvSpPr>
            <p:cNvPr id="62" name="Google Shape;62;p4"/>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3" name="Google Shape;63;p4"/>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4" name="Google Shape;64;p4"/>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5" name="Google Shape;65;p4"/>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66" name="Google Shape;66;p4"/>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nvGrpSpPr>
          <p:cNvPr id="67" name="Google Shape;67;p4"/>
          <p:cNvGrpSpPr/>
          <p:nvPr/>
        </p:nvGrpSpPr>
        <p:grpSpPr>
          <a:xfrm>
            <a:off x="168930" y="2702615"/>
            <a:ext cx="7434543" cy="62982"/>
            <a:chOff x="1890075" y="5241175"/>
            <a:chExt cx="4240556" cy="257700"/>
          </a:xfrm>
        </p:grpSpPr>
        <p:sp>
          <p:nvSpPr>
            <p:cNvPr id="68" name="Google Shape;68;p4"/>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9" name="Google Shape;69;p4"/>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70" name="Google Shape;70;p4"/>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71" name="Google Shape;71;p4"/>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cxnSp>
        <p:nvCxnSpPr>
          <p:cNvPr id="72" name="Google Shape;72;p4"/>
          <p:cNvCxnSpPr>
            <a:stCxn id="62" idx="0"/>
          </p:cNvCxnSpPr>
          <p:nvPr/>
        </p:nvCxnSpPr>
        <p:spPr>
          <a:xfrm>
            <a:off x="172055" y="1500381"/>
            <a:ext cx="0" cy="8590500"/>
          </a:xfrm>
          <a:prstGeom prst="straightConnector1">
            <a:avLst/>
          </a:prstGeom>
          <a:noFill/>
          <a:ln cap="flat" cmpd="sng" w="9525">
            <a:solidFill>
              <a:srgbClr val="CCCCCC"/>
            </a:solidFill>
            <a:prstDash val="solid"/>
            <a:round/>
            <a:headEnd len="sm" w="sm" type="none"/>
            <a:tailEnd len="sm" w="sm" type="none"/>
          </a:ln>
        </p:spPr>
      </p:cxnSp>
      <p:cxnSp>
        <p:nvCxnSpPr>
          <p:cNvPr id="73" name="Google Shape;73;p4"/>
          <p:cNvCxnSpPr/>
          <p:nvPr/>
        </p:nvCxnSpPr>
        <p:spPr>
          <a:xfrm>
            <a:off x="7603480" y="1500381"/>
            <a:ext cx="0" cy="8590500"/>
          </a:xfrm>
          <a:prstGeom prst="straightConnector1">
            <a:avLst/>
          </a:prstGeom>
          <a:noFill/>
          <a:ln cap="flat" cmpd="sng" w="9525">
            <a:solidFill>
              <a:srgbClr val="CCCCCC"/>
            </a:solidFill>
            <a:prstDash val="solid"/>
            <a:round/>
            <a:headEnd len="sm" w="sm" type="none"/>
            <a:tailEnd len="sm" w="sm" type="none"/>
          </a:ln>
        </p:spPr>
      </p:cxnSp>
      <p:grpSp>
        <p:nvGrpSpPr>
          <p:cNvPr id="74" name="Google Shape;74;p4"/>
          <p:cNvGrpSpPr/>
          <p:nvPr/>
        </p:nvGrpSpPr>
        <p:grpSpPr>
          <a:xfrm>
            <a:off x="0" y="3413775"/>
            <a:ext cx="3530025" cy="746350"/>
            <a:chOff x="0" y="3156075"/>
            <a:chExt cx="3530025" cy="746350"/>
          </a:xfrm>
        </p:grpSpPr>
        <p:sp>
          <p:nvSpPr>
            <p:cNvPr id="75" name="Google Shape;75;p4"/>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76" name="Google Shape;76;p4"/>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77" name="Google Shape;77;p4"/>
          <p:cNvGrpSpPr/>
          <p:nvPr/>
        </p:nvGrpSpPr>
        <p:grpSpPr>
          <a:xfrm>
            <a:off x="3248850" y="2867100"/>
            <a:ext cx="4936034" cy="746350"/>
            <a:chOff x="0" y="3156075"/>
            <a:chExt cx="3530025" cy="746350"/>
          </a:xfrm>
        </p:grpSpPr>
        <p:sp>
          <p:nvSpPr>
            <p:cNvPr id="78" name="Google Shape;78;p4"/>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79" name="Google Shape;79;p4"/>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80" name="Google Shape;80;p4"/>
          <p:cNvGrpSpPr/>
          <p:nvPr/>
        </p:nvGrpSpPr>
        <p:grpSpPr>
          <a:xfrm>
            <a:off x="3248850" y="7166275"/>
            <a:ext cx="4936034" cy="746350"/>
            <a:chOff x="0" y="3156075"/>
            <a:chExt cx="3530025" cy="746350"/>
          </a:xfrm>
        </p:grpSpPr>
        <p:sp>
          <p:nvSpPr>
            <p:cNvPr id="81" name="Google Shape;81;p4"/>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82" name="Google Shape;82;p4"/>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83" name="Google Shape;83;p4"/>
          <p:cNvSpPr txBox="1"/>
          <p:nvPr/>
        </p:nvSpPr>
        <p:spPr>
          <a:xfrm>
            <a:off x="188700" y="3410750"/>
            <a:ext cx="3074400" cy="4632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Key Insights </a:t>
            </a:r>
            <a:endParaRPr b="0" i="0" sz="1900" u="none" cap="none" strike="noStrike">
              <a:solidFill>
                <a:schemeClr val="lt2"/>
              </a:solidFill>
              <a:latin typeface="Arial"/>
              <a:ea typeface="Arial"/>
              <a:cs typeface="Arial"/>
              <a:sym typeface="Arial"/>
            </a:endParaRPr>
          </a:p>
        </p:txBody>
      </p:sp>
      <p:sp>
        <p:nvSpPr>
          <p:cNvPr id="84" name="Google Shape;84;p4"/>
          <p:cNvSpPr txBox="1"/>
          <p:nvPr/>
        </p:nvSpPr>
        <p:spPr>
          <a:xfrm>
            <a:off x="3263100" y="2852500"/>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Details </a:t>
            </a:r>
            <a:endParaRPr b="0" i="0" sz="1900" u="none" cap="none" strike="noStrike">
              <a:solidFill>
                <a:schemeClr val="lt2"/>
              </a:solidFill>
              <a:latin typeface="Arial"/>
              <a:ea typeface="Arial"/>
              <a:cs typeface="Arial"/>
              <a:sym typeface="Arial"/>
            </a:endParaRPr>
          </a:p>
        </p:txBody>
      </p:sp>
      <p:sp>
        <p:nvSpPr>
          <p:cNvPr id="85" name="Google Shape;85;p4"/>
          <p:cNvSpPr txBox="1"/>
          <p:nvPr/>
        </p:nvSpPr>
        <p:spPr>
          <a:xfrm>
            <a:off x="3263100" y="7164075"/>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Next Steps </a:t>
            </a:r>
            <a:endParaRPr b="0" i="0" sz="1900" u="none" cap="none" strike="noStrike">
              <a:solidFill>
                <a:schemeClr val="lt2"/>
              </a:solidFill>
              <a:latin typeface="Arial"/>
              <a:ea typeface="Arial"/>
              <a:cs typeface="Arial"/>
              <a:sym typeface="Arial"/>
            </a:endParaRPr>
          </a:p>
        </p:txBody>
      </p:sp>
      <p:grpSp>
        <p:nvGrpSpPr>
          <p:cNvPr id="86" name="Google Shape;86;p4"/>
          <p:cNvGrpSpPr/>
          <p:nvPr/>
        </p:nvGrpSpPr>
        <p:grpSpPr>
          <a:xfrm>
            <a:off x="172055" y="1468890"/>
            <a:ext cx="7434543" cy="62982"/>
            <a:chOff x="1890075" y="5241175"/>
            <a:chExt cx="4240556" cy="257700"/>
          </a:xfrm>
        </p:grpSpPr>
        <p:sp>
          <p:nvSpPr>
            <p:cNvPr id="87" name="Google Shape;87;p4"/>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8" name="Google Shape;88;p4"/>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9" name="Google Shape;89;p4"/>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90" name="Google Shape;90;p4"/>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91" name="Google Shape;91;p4"/>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nvGrpSpPr>
          <p:cNvPr id="92" name="Google Shape;92;p4"/>
          <p:cNvGrpSpPr/>
          <p:nvPr/>
        </p:nvGrpSpPr>
        <p:grpSpPr>
          <a:xfrm>
            <a:off x="168930" y="2702615"/>
            <a:ext cx="7434543" cy="62982"/>
            <a:chOff x="1890075" y="5241175"/>
            <a:chExt cx="4240556" cy="257700"/>
          </a:xfrm>
        </p:grpSpPr>
        <p:sp>
          <p:nvSpPr>
            <p:cNvPr id="93" name="Google Shape;93;p4"/>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94" name="Google Shape;94;p4"/>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95" name="Google Shape;95;p4"/>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96" name="Google Shape;96;p4"/>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cxnSp>
        <p:nvCxnSpPr>
          <p:cNvPr id="97" name="Google Shape;97;p4"/>
          <p:cNvCxnSpPr>
            <a:stCxn id="87" idx="0"/>
          </p:cNvCxnSpPr>
          <p:nvPr/>
        </p:nvCxnSpPr>
        <p:spPr>
          <a:xfrm>
            <a:off x="172055" y="1500381"/>
            <a:ext cx="0" cy="8590500"/>
          </a:xfrm>
          <a:prstGeom prst="straightConnector1">
            <a:avLst/>
          </a:prstGeom>
          <a:noFill/>
          <a:ln cap="flat" cmpd="sng" w="9525">
            <a:solidFill>
              <a:srgbClr val="CCCCCC"/>
            </a:solidFill>
            <a:prstDash val="solid"/>
            <a:round/>
            <a:headEnd len="sm" w="sm" type="none"/>
            <a:tailEnd len="sm" w="sm" type="none"/>
          </a:ln>
        </p:spPr>
      </p:cxnSp>
      <p:cxnSp>
        <p:nvCxnSpPr>
          <p:cNvPr id="98" name="Google Shape;98;p4"/>
          <p:cNvCxnSpPr/>
          <p:nvPr/>
        </p:nvCxnSpPr>
        <p:spPr>
          <a:xfrm>
            <a:off x="7603480" y="1500381"/>
            <a:ext cx="0" cy="8590500"/>
          </a:xfrm>
          <a:prstGeom prst="straightConnector1">
            <a:avLst/>
          </a:prstGeom>
          <a:noFill/>
          <a:ln cap="flat" cmpd="sng" w="9525">
            <a:solidFill>
              <a:srgbClr val="CCCCCC"/>
            </a:solidFill>
            <a:prstDash val="solid"/>
            <a:round/>
            <a:headEnd len="sm" w="sm" type="none"/>
            <a:tailEnd len="sm" w="sm" type="none"/>
          </a:ln>
        </p:spPr>
      </p:cxnSp>
      <p:grpSp>
        <p:nvGrpSpPr>
          <p:cNvPr id="99" name="Google Shape;99;p4"/>
          <p:cNvGrpSpPr/>
          <p:nvPr/>
        </p:nvGrpSpPr>
        <p:grpSpPr>
          <a:xfrm>
            <a:off x="0" y="3413775"/>
            <a:ext cx="3530025" cy="746350"/>
            <a:chOff x="0" y="3156075"/>
            <a:chExt cx="3530025" cy="746350"/>
          </a:xfrm>
        </p:grpSpPr>
        <p:sp>
          <p:nvSpPr>
            <p:cNvPr id="100" name="Google Shape;100;p4"/>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01" name="Google Shape;101;p4"/>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102" name="Google Shape;102;p4"/>
          <p:cNvGrpSpPr/>
          <p:nvPr/>
        </p:nvGrpSpPr>
        <p:grpSpPr>
          <a:xfrm>
            <a:off x="3248850" y="2867100"/>
            <a:ext cx="4936034" cy="746350"/>
            <a:chOff x="0" y="3156075"/>
            <a:chExt cx="3530025" cy="746350"/>
          </a:xfrm>
        </p:grpSpPr>
        <p:sp>
          <p:nvSpPr>
            <p:cNvPr id="103" name="Google Shape;103;p4"/>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04" name="Google Shape;104;p4"/>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105" name="Google Shape;105;p4"/>
          <p:cNvGrpSpPr/>
          <p:nvPr/>
        </p:nvGrpSpPr>
        <p:grpSpPr>
          <a:xfrm>
            <a:off x="3248850" y="7166275"/>
            <a:ext cx="4936034" cy="746350"/>
            <a:chOff x="0" y="3156075"/>
            <a:chExt cx="3530025" cy="746350"/>
          </a:xfrm>
        </p:grpSpPr>
        <p:sp>
          <p:nvSpPr>
            <p:cNvPr id="106" name="Google Shape;106;p4"/>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07" name="Google Shape;107;p4"/>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108" name="Google Shape;108;p4"/>
          <p:cNvSpPr txBox="1"/>
          <p:nvPr/>
        </p:nvSpPr>
        <p:spPr>
          <a:xfrm>
            <a:off x="188700" y="3410750"/>
            <a:ext cx="3074400" cy="4632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EEEEEE"/>
                </a:solidFill>
                <a:latin typeface="Arial"/>
                <a:ea typeface="Arial"/>
                <a:cs typeface="Arial"/>
                <a:sym typeface="Arial"/>
              </a:rPr>
              <a:t>Key Insights </a:t>
            </a:r>
            <a:endParaRPr b="0" i="0" sz="1900" u="none" cap="none" strike="noStrike">
              <a:solidFill>
                <a:srgbClr val="EEEEEE"/>
              </a:solidFill>
              <a:latin typeface="Arial"/>
              <a:ea typeface="Arial"/>
              <a:cs typeface="Arial"/>
              <a:sym typeface="Arial"/>
            </a:endParaRPr>
          </a:p>
        </p:txBody>
      </p:sp>
      <p:sp>
        <p:nvSpPr>
          <p:cNvPr id="109" name="Google Shape;109;p4"/>
          <p:cNvSpPr txBox="1"/>
          <p:nvPr/>
        </p:nvSpPr>
        <p:spPr>
          <a:xfrm>
            <a:off x="3263100" y="2852500"/>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EEEEEE"/>
                </a:solidFill>
                <a:latin typeface="Arial"/>
                <a:ea typeface="Arial"/>
                <a:cs typeface="Arial"/>
                <a:sym typeface="Arial"/>
              </a:rPr>
              <a:t>Details </a:t>
            </a:r>
            <a:endParaRPr b="0" i="0" sz="1900" u="none" cap="none" strike="noStrike">
              <a:solidFill>
                <a:srgbClr val="EEEEEE"/>
              </a:solidFill>
              <a:latin typeface="Arial"/>
              <a:ea typeface="Arial"/>
              <a:cs typeface="Arial"/>
              <a:sym typeface="Arial"/>
            </a:endParaRPr>
          </a:p>
        </p:txBody>
      </p:sp>
      <p:sp>
        <p:nvSpPr>
          <p:cNvPr id="110" name="Google Shape;110;p4"/>
          <p:cNvSpPr txBox="1"/>
          <p:nvPr/>
        </p:nvSpPr>
        <p:spPr>
          <a:xfrm>
            <a:off x="3263100" y="7164075"/>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EEEEEE"/>
                </a:solidFill>
                <a:latin typeface="Arial"/>
                <a:ea typeface="Arial"/>
                <a:cs typeface="Arial"/>
                <a:sym typeface="Arial"/>
              </a:rPr>
              <a:t>Next Steps </a:t>
            </a:r>
            <a:endParaRPr b="0" i="0" sz="1900" u="none" cap="none" strike="noStrike">
              <a:solidFill>
                <a:srgbClr val="EEEEEE"/>
              </a:solidFill>
              <a:latin typeface="Arial"/>
              <a:ea typeface="Arial"/>
              <a:cs typeface="Arial"/>
              <a:sym typeface="Arial"/>
            </a:endParaRPr>
          </a:p>
        </p:txBody>
      </p:sp>
      <p:sp>
        <p:nvSpPr>
          <p:cNvPr id="111" name="Google Shape;111;p4"/>
          <p:cNvSpPr txBox="1"/>
          <p:nvPr/>
        </p:nvSpPr>
        <p:spPr>
          <a:xfrm>
            <a:off x="159875" y="441000"/>
            <a:ext cx="7458900" cy="5079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Arial"/>
                <a:ea typeface="Arial"/>
                <a:cs typeface="Arial"/>
                <a:sym typeface="Arial"/>
              </a:rPr>
              <a:t>Click here to edit title</a:t>
            </a:r>
            <a:endParaRPr b="1" i="0" sz="2100" u="none" cap="none" strike="noStrike">
              <a:solidFill>
                <a:srgbClr val="000000"/>
              </a:solidFill>
              <a:latin typeface="Arial"/>
              <a:ea typeface="Arial"/>
              <a:cs typeface="Arial"/>
              <a:sym typeface="Arial"/>
            </a:endParaRPr>
          </a:p>
        </p:txBody>
      </p:sp>
      <p:sp>
        <p:nvSpPr>
          <p:cNvPr id="112" name="Google Shape;112;p4"/>
          <p:cNvSpPr txBox="1"/>
          <p:nvPr/>
        </p:nvSpPr>
        <p:spPr>
          <a:xfrm>
            <a:off x="1763100" y="948050"/>
            <a:ext cx="42462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PT Sans Narrow"/>
                <a:ea typeface="PT Sans Narrow"/>
                <a:cs typeface="PT Sans Narrow"/>
                <a:sym typeface="PT Sans Narrow"/>
              </a:rPr>
              <a:t>Click here to edit subtitle</a:t>
            </a:r>
            <a:endParaRPr b="0" i="0" sz="1200" u="none" cap="none" strike="noStrike">
              <a:solidFill>
                <a:srgbClr val="000000"/>
              </a:solidFill>
              <a:latin typeface="PT Sans Narrow"/>
              <a:ea typeface="PT Sans Narrow"/>
              <a:cs typeface="PT Sans Narrow"/>
              <a:sym typeface="PT Sans Narrow"/>
            </a:endParaRPr>
          </a:p>
        </p:txBody>
      </p:sp>
      <p:sp>
        <p:nvSpPr>
          <p:cNvPr id="113" name="Google Shape;113;p4"/>
          <p:cNvSpPr/>
          <p:nvPr>
            <p:ph idx="2" type="pic"/>
          </p:nvPr>
        </p:nvSpPr>
        <p:spPr>
          <a:xfrm>
            <a:off x="4583375" y="3389400"/>
            <a:ext cx="3035400" cy="2495700"/>
          </a:xfrm>
          <a:prstGeom prst="rect">
            <a:avLst/>
          </a:prstGeom>
          <a:noFill/>
          <a:ln cap="flat" cmpd="sng" w="19050">
            <a:solidFill>
              <a:srgbClr val="000000"/>
            </a:solidFill>
            <a:prstDash val="solid"/>
            <a:round/>
            <a:headEnd len="sm" w="sm" type="none"/>
            <a:tailEnd len="sm" w="sm" type="none"/>
          </a:ln>
        </p:spPr>
      </p:sp>
      <p:sp>
        <p:nvSpPr>
          <p:cNvPr id="114" name="Google Shape;114;p4"/>
          <p:cNvSpPr txBox="1"/>
          <p:nvPr/>
        </p:nvSpPr>
        <p:spPr>
          <a:xfrm>
            <a:off x="4541175" y="5895125"/>
            <a:ext cx="30744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rPr b="0" i="1" lang="en" sz="1100" u="none" cap="none" strike="noStrike">
                <a:solidFill>
                  <a:srgbClr val="000000"/>
                </a:solidFill>
                <a:latin typeface="Lato"/>
                <a:ea typeface="Lato"/>
                <a:cs typeface="Lato"/>
                <a:sym typeface="Lato"/>
              </a:rPr>
              <a:t>Image Alt-Text Here</a:t>
            </a:r>
            <a:endParaRPr b="0" i="1" sz="1100" u="none" cap="none" strike="noStrike">
              <a:solidFill>
                <a:srgbClr val="000000"/>
              </a:solidFill>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115" name="Shape 115"/>
        <p:cNvGrpSpPr/>
        <p:nvPr/>
      </p:nvGrpSpPr>
      <p:grpSpPr>
        <a:xfrm>
          <a:off x="0" y="0"/>
          <a:ext cx="0" cy="0"/>
          <a:chOff x="0" y="0"/>
          <a:chExt cx="0" cy="0"/>
        </a:xfrm>
      </p:grpSpPr>
      <p:cxnSp>
        <p:nvCxnSpPr>
          <p:cNvPr id="116" name="Google Shape;116;p5"/>
          <p:cNvCxnSpPr/>
          <p:nvPr/>
        </p:nvCxnSpPr>
        <p:spPr>
          <a:xfrm>
            <a:off x="3049395" y="901911"/>
            <a:ext cx="0" cy="5924400"/>
          </a:xfrm>
          <a:prstGeom prst="straightConnector1">
            <a:avLst/>
          </a:prstGeom>
          <a:noFill/>
          <a:ln cap="flat" cmpd="sng" w="9525">
            <a:solidFill>
              <a:srgbClr val="CCCCCC"/>
            </a:solidFill>
            <a:prstDash val="solid"/>
            <a:round/>
            <a:headEnd len="sm" w="sm" type="none"/>
            <a:tailEnd len="sm" w="sm" type="none"/>
          </a:ln>
        </p:spPr>
      </p:cxnSp>
      <p:cxnSp>
        <p:nvCxnSpPr>
          <p:cNvPr id="117" name="Google Shape;117;p5"/>
          <p:cNvCxnSpPr>
            <a:stCxn id="118" idx="0"/>
          </p:cNvCxnSpPr>
          <p:nvPr/>
        </p:nvCxnSpPr>
        <p:spPr>
          <a:xfrm flipH="1">
            <a:off x="172045" y="903711"/>
            <a:ext cx="18300" cy="9187200"/>
          </a:xfrm>
          <a:prstGeom prst="straightConnector1">
            <a:avLst/>
          </a:prstGeom>
          <a:noFill/>
          <a:ln cap="flat" cmpd="sng" w="9525">
            <a:solidFill>
              <a:srgbClr val="CCCCCC"/>
            </a:solidFill>
            <a:prstDash val="solid"/>
            <a:round/>
            <a:headEnd len="sm" w="sm" type="none"/>
            <a:tailEnd len="sm" w="sm" type="none"/>
          </a:ln>
        </p:spPr>
      </p:cxnSp>
      <p:grpSp>
        <p:nvGrpSpPr>
          <p:cNvPr id="119" name="Google Shape;119;p5"/>
          <p:cNvGrpSpPr/>
          <p:nvPr/>
        </p:nvGrpSpPr>
        <p:grpSpPr>
          <a:xfrm>
            <a:off x="190345" y="900758"/>
            <a:ext cx="7581747" cy="5906"/>
            <a:chOff x="1890075" y="5241175"/>
            <a:chExt cx="4240556" cy="257700"/>
          </a:xfrm>
        </p:grpSpPr>
        <p:sp>
          <p:nvSpPr>
            <p:cNvPr id="118" name="Google Shape;118;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20" name="Google Shape;120;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21" name="Google Shape;121;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22" name="Google Shape;122;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123" name="Google Shape;123;p5"/>
          <p:cNvGrpSpPr/>
          <p:nvPr/>
        </p:nvGrpSpPr>
        <p:grpSpPr>
          <a:xfrm>
            <a:off x="190320" y="931759"/>
            <a:ext cx="7581691" cy="5901"/>
            <a:chOff x="1890075" y="5241175"/>
            <a:chExt cx="4240556" cy="257700"/>
          </a:xfrm>
        </p:grpSpPr>
        <p:sp>
          <p:nvSpPr>
            <p:cNvPr id="124" name="Google Shape;124;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25" name="Google Shape;125;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26" name="Google Shape;126;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27" name="Google Shape;127;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128" name="Google Shape;128;p5"/>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FB991"/>
              </a:solidFill>
              <a:latin typeface="Arial"/>
              <a:ea typeface="Arial"/>
              <a:cs typeface="Arial"/>
              <a:sym typeface="Arial"/>
            </a:endParaRPr>
          </a:p>
        </p:txBody>
      </p:sp>
      <p:sp>
        <p:nvSpPr>
          <p:cNvPr id="129" name="Google Shape;129;p5"/>
          <p:cNvSpPr/>
          <p:nvPr>
            <p:ph idx="2" type="pic"/>
          </p:nvPr>
        </p:nvSpPr>
        <p:spPr>
          <a:xfrm>
            <a:off x="3552088" y="1473363"/>
            <a:ext cx="3035400" cy="2495700"/>
          </a:xfrm>
          <a:prstGeom prst="rect">
            <a:avLst/>
          </a:prstGeom>
          <a:noFill/>
          <a:ln cap="flat" cmpd="sng" w="19050">
            <a:solidFill>
              <a:srgbClr val="000000"/>
            </a:solidFill>
            <a:prstDash val="solid"/>
            <a:round/>
            <a:headEnd len="sm" w="sm" type="none"/>
            <a:tailEnd len="sm" w="sm" type="none"/>
          </a:ln>
        </p:spPr>
      </p:sp>
      <p:sp>
        <p:nvSpPr>
          <p:cNvPr id="130" name="Google Shape;130;p5"/>
          <p:cNvSpPr txBox="1"/>
          <p:nvPr/>
        </p:nvSpPr>
        <p:spPr>
          <a:xfrm>
            <a:off x="510050" y="9659903"/>
            <a:ext cx="30816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t/>
            </a:r>
            <a:endParaRPr b="0" i="1" sz="1100" u="none" cap="none" strike="noStrike">
              <a:solidFill>
                <a:srgbClr val="000000"/>
              </a:solidFill>
              <a:latin typeface="Calibri"/>
              <a:ea typeface="Calibri"/>
              <a:cs typeface="Calibri"/>
              <a:sym typeface="Calibri"/>
            </a:endParaRPr>
          </a:p>
        </p:txBody>
      </p:sp>
      <p:sp>
        <p:nvSpPr>
          <p:cNvPr id="131" name="Google Shape;131;p5"/>
          <p:cNvSpPr/>
          <p:nvPr/>
        </p:nvSpPr>
        <p:spPr>
          <a:xfrm>
            <a:off x="190350" y="7617450"/>
            <a:ext cx="7581600" cy="2264100"/>
          </a:xfrm>
          <a:prstGeom prst="rect">
            <a:avLst/>
          </a:prstGeom>
          <a:solidFill>
            <a:srgbClr val="CC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2" name="Google Shape;132;p5"/>
          <p:cNvCxnSpPr/>
          <p:nvPr/>
        </p:nvCxnSpPr>
        <p:spPr>
          <a:xfrm flipH="1">
            <a:off x="3028995" y="901911"/>
            <a:ext cx="20400" cy="8834400"/>
          </a:xfrm>
          <a:prstGeom prst="straightConnector1">
            <a:avLst/>
          </a:prstGeom>
          <a:noFill/>
          <a:ln cap="flat" cmpd="sng" w="9525">
            <a:solidFill>
              <a:srgbClr val="CCCCCC"/>
            </a:solidFill>
            <a:prstDash val="solid"/>
            <a:round/>
            <a:headEnd len="sm" w="sm" type="none"/>
            <a:tailEnd len="sm" w="sm" type="none"/>
          </a:ln>
        </p:spPr>
      </p:cxnSp>
      <p:cxnSp>
        <p:nvCxnSpPr>
          <p:cNvPr id="133" name="Google Shape;133;p5"/>
          <p:cNvCxnSpPr>
            <a:stCxn id="134" idx="0"/>
          </p:cNvCxnSpPr>
          <p:nvPr/>
        </p:nvCxnSpPr>
        <p:spPr>
          <a:xfrm flipH="1">
            <a:off x="172020" y="903607"/>
            <a:ext cx="18300" cy="9187200"/>
          </a:xfrm>
          <a:prstGeom prst="straightConnector1">
            <a:avLst/>
          </a:prstGeom>
          <a:noFill/>
          <a:ln cap="flat" cmpd="sng" w="9525">
            <a:solidFill>
              <a:srgbClr val="CCCCCC"/>
            </a:solidFill>
            <a:prstDash val="solid"/>
            <a:round/>
            <a:headEnd len="sm" w="sm" type="none"/>
            <a:tailEnd len="sm" w="sm" type="none"/>
          </a:ln>
        </p:spPr>
      </p:cxnSp>
      <p:grpSp>
        <p:nvGrpSpPr>
          <p:cNvPr id="135" name="Google Shape;135;p5"/>
          <p:cNvGrpSpPr/>
          <p:nvPr/>
        </p:nvGrpSpPr>
        <p:grpSpPr>
          <a:xfrm>
            <a:off x="190320" y="900657"/>
            <a:ext cx="7581691" cy="5901"/>
            <a:chOff x="1890075" y="5241175"/>
            <a:chExt cx="4240556" cy="257700"/>
          </a:xfrm>
        </p:grpSpPr>
        <p:sp>
          <p:nvSpPr>
            <p:cNvPr id="134" name="Google Shape;134;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36" name="Google Shape;136;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37" name="Google Shape;137;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38" name="Google Shape;138;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139" name="Google Shape;139;p5"/>
          <p:cNvGrpSpPr/>
          <p:nvPr/>
        </p:nvGrpSpPr>
        <p:grpSpPr>
          <a:xfrm>
            <a:off x="190320" y="931759"/>
            <a:ext cx="7581691" cy="5901"/>
            <a:chOff x="1890075" y="5241175"/>
            <a:chExt cx="4240556" cy="257700"/>
          </a:xfrm>
        </p:grpSpPr>
        <p:sp>
          <p:nvSpPr>
            <p:cNvPr id="140" name="Google Shape;140;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41" name="Google Shape;141;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42" name="Google Shape;142;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43" name="Google Shape;143;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144" name="Google Shape;144;p5"/>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FB991"/>
              </a:solidFill>
              <a:latin typeface="Arial"/>
              <a:ea typeface="Arial"/>
              <a:cs typeface="Arial"/>
              <a:sym typeface="Arial"/>
            </a:endParaRPr>
          </a:p>
        </p:txBody>
      </p:sp>
      <p:sp>
        <p:nvSpPr>
          <p:cNvPr id="145" name="Google Shape;145;p5"/>
          <p:cNvSpPr txBox="1"/>
          <p:nvPr/>
        </p:nvSpPr>
        <p:spPr>
          <a:xfrm>
            <a:off x="290394" y="9345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ISSUE / PROBLEM</a:t>
            </a:r>
            <a:endParaRPr b="0" i="0" sz="1500" u="none" cap="none" strike="noStrike">
              <a:solidFill>
                <a:srgbClr val="000000"/>
              </a:solidFill>
              <a:latin typeface="Work Sans"/>
              <a:ea typeface="Work Sans"/>
              <a:cs typeface="Work Sans"/>
              <a:sym typeface="Work Sans"/>
            </a:endParaRPr>
          </a:p>
        </p:txBody>
      </p:sp>
      <p:grpSp>
        <p:nvGrpSpPr>
          <p:cNvPr id="146" name="Google Shape;146;p5"/>
          <p:cNvGrpSpPr/>
          <p:nvPr/>
        </p:nvGrpSpPr>
        <p:grpSpPr>
          <a:xfrm>
            <a:off x="172024" y="1040825"/>
            <a:ext cx="137818" cy="187200"/>
            <a:chOff x="507100" y="1997600"/>
            <a:chExt cx="158375" cy="187200"/>
          </a:xfrm>
        </p:grpSpPr>
        <p:sp>
          <p:nvSpPr>
            <p:cNvPr id="147" name="Google Shape;147;p5"/>
            <p:cNvSpPr/>
            <p:nvPr/>
          </p:nvSpPr>
          <p:spPr>
            <a:xfrm>
              <a:off x="529575" y="1997600"/>
              <a:ext cx="135900" cy="187200"/>
            </a:xfrm>
            <a:prstGeom prst="chevron">
              <a:avLst>
                <a:gd fmla="val 50000" name="adj"/>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5"/>
            <p:cNvSpPr/>
            <p:nvPr/>
          </p:nvSpPr>
          <p:spPr>
            <a:xfrm>
              <a:off x="507100" y="2017025"/>
              <a:ext cx="135900" cy="146700"/>
            </a:xfrm>
            <a:prstGeom prst="chevron">
              <a:avLst>
                <a:gd fmla="val 50000" name="adj"/>
              </a:avLst>
            </a:prstGeom>
            <a:solidFill>
              <a:srgbClr val="0000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9" name="Google Shape;149;p5"/>
          <p:cNvSpPr txBox="1"/>
          <p:nvPr/>
        </p:nvSpPr>
        <p:spPr>
          <a:xfrm>
            <a:off x="308719" y="28014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RESPONSE </a:t>
            </a:r>
            <a:endParaRPr b="0" i="0" sz="1500" u="none" cap="none" strike="noStrike">
              <a:solidFill>
                <a:srgbClr val="000000"/>
              </a:solidFill>
              <a:latin typeface="Work Sans"/>
              <a:ea typeface="Work Sans"/>
              <a:cs typeface="Work Sans"/>
              <a:sym typeface="Work Sans"/>
            </a:endParaRPr>
          </a:p>
        </p:txBody>
      </p:sp>
      <p:grpSp>
        <p:nvGrpSpPr>
          <p:cNvPr id="150" name="Google Shape;150;p5"/>
          <p:cNvGrpSpPr/>
          <p:nvPr/>
        </p:nvGrpSpPr>
        <p:grpSpPr>
          <a:xfrm>
            <a:off x="190349" y="2907725"/>
            <a:ext cx="137818" cy="187200"/>
            <a:chOff x="507100" y="1540400"/>
            <a:chExt cx="158375" cy="187200"/>
          </a:xfrm>
        </p:grpSpPr>
        <p:sp>
          <p:nvSpPr>
            <p:cNvPr id="151" name="Google Shape;151;p5"/>
            <p:cNvSpPr/>
            <p:nvPr/>
          </p:nvSpPr>
          <p:spPr>
            <a:xfrm>
              <a:off x="529575" y="1540400"/>
              <a:ext cx="135900" cy="187200"/>
            </a:xfrm>
            <a:prstGeom prst="chevron">
              <a:avLst>
                <a:gd fmla="val 50000"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5"/>
            <p:cNvSpPr/>
            <p:nvPr/>
          </p:nvSpPr>
          <p:spPr>
            <a:xfrm>
              <a:off x="507100" y="1559825"/>
              <a:ext cx="135900" cy="146700"/>
            </a:xfrm>
            <a:prstGeom prst="chevron">
              <a:avLst>
                <a:gd fmla="val 50000" name="adj"/>
              </a:avLst>
            </a:prstGeom>
            <a:solidFill>
              <a:srgbClr val="FF0000"/>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3" name="Google Shape;153;p5"/>
          <p:cNvSpPr txBox="1"/>
          <p:nvPr/>
        </p:nvSpPr>
        <p:spPr>
          <a:xfrm>
            <a:off x="290394" y="5399875"/>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IMPACT  </a:t>
            </a:r>
            <a:endParaRPr b="0" i="0" sz="1500" u="none" cap="none" strike="noStrike">
              <a:solidFill>
                <a:srgbClr val="000000"/>
              </a:solidFill>
              <a:latin typeface="Work Sans"/>
              <a:ea typeface="Work Sans"/>
              <a:cs typeface="Work Sans"/>
              <a:sym typeface="Work Sans"/>
            </a:endParaRPr>
          </a:p>
        </p:txBody>
      </p:sp>
      <p:grpSp>
        <p:nvGrpSpPr>
          <p:cNvPr id="154" name="Google Shape;154;p5"/>
          <p:cNvGrpSpPr/>
          <p:nvPr/>
        </p:nvGrpSpPr>
        <p:grpSpPr>
          <a:xfrm>
            <a:off x="172024" y="5506200"/>
            <a:ext cx="137818" cy="187200"/>
            <a:chOff x="507100" y="1997600"/>
            <a:chExt cx="158375" cy="187200"/>
          </a:xfrm>
        </p:grpSpPr>
        <p:sp>
          <p:nvSpPr>
            <p:cNvPr id="155" name="Google Shape;155;p5"/>
            <p:cNvSpPr/>
            <p:nvPr/>
          </p:nvSpPr>
          <p:spPr>
            <a:xfrm>
              <a:off x="529575" y="1997600"/>
              <a:ext cx="135900" cy="187200"/>
            </a:xfrm>
            <a:prstGeom prst="chevron">
              <a:avLst>
                <a:gd fmla="val 50000" name="adj"/>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5"/>
            <p:cNvSpPr/>
            <p:nvPr/>
          </p:nvSpPr>
          <p:spPr>
            <a:xfrm>
              <a:off x="507100" y="2017025"/>
              <a:ext cx="135900" cy="146700"/>
            </a:xfrm>
            <a:prstGeom prst="chevron">
              <a:avLst>
                <a:gd fmla="val 50000" name="adj"/>
              </a:avLst>
            </a:prstGeom>
            <a:solidFill>
              <a:srgbClr val="FFFF00"/>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7" name="Google Shape;157;p5"/>
          <p:cNvSpPr txBox="1"/>
          <p:nvPr/>
        </p:nvSpPr>
        <p:spPr>
          <a:xfrm>
            <a:off x="-2480800" y="9126503"/>
            <a:ext cx="30816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t/>
            </a:r>
            <a:endParaRPr b="0" i="1" sz="1100" u="none" cap="none" strike="noStrike">
              <a:solidFill>
                <a:srgbClr val="000000"/>
              </a:solidFill>
              <a:latin typeface="Calibri"/>
              <a:ea typeface="Calibri"/>
              <a:cs typeface="Calibri"/>
              <a:sym typeface="Calibri"/>
            </a:endParaRPr>
          </a:p>
        </p:txBody>
      </p:sp>
      <p:sp>
        <p:nvSpPr>
          <p:cNvPr id="158" name="Google Shape;158;p5"/>
          <p:cNvSpPr txBox="1"/>
          <p:nvPr/>
        </p:nvSpPr>
        <p:spPr>
          <a:xfrm>
            <a:off x="315596" y="7502355"/>
            <a:ext cx="62733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KEY INSIGHTS</a:t>
            </a:r>
            <a:endParaRPr b="0" i="0" sz="1500" u="none" cap="none" strike="noStrike">
              <a:solidFill>
                <a:srgbClr val="000000"/>
              </a:solidFill>
              <a:latin typeface="Work Sans"/>
              <a:ea typeface="Work Sans"/>
              <a:cs typeface="Work Sans"/>
              <a:sym typeface="Work Sans"/>
            </a:endParaRPr>
          </a:p>
        </p:txBody>
      </p:sp>
      <p:grpSp>
        <p:nvGrpSpPr>
          <p:cNvPr id="159" name="Google Shape;159;p5"/>
          <p:cNvGrpSpPr/>
          <p:nvPr/>
        </p:nvGrpSpPr>
        <p:grpSpPr>
          <a:xfrm>
            <a:off x="172024" y="7607808"/>
            <a:ext cx="137818" cy="187200"/>
            <a:chOff x="507100" y="1997600"/>
            <a:chExt cx="158375" cy="187200"/>
          </a:xfrm>
        </p:grpSpPr>
        <p:sp>
          <p:nvSpPr>
            <p:cNvPr id="160" name="Google Shape;160;p5"/>
            <p:cNvSpPr/>
            <p:nvPr/>
          </p:nvSpPr>
          <p:spPr>
            <a:xfrm>
              <a:off x="529575" y="1997600"/>
              <a:ext cx="135900" cy="187200"/>
            </a:xfrm>
            <a:prstGeom prst="chevron">
              <a:avLst>
                <a:gd fmla="val 50000" name="adj"/>
              </a:avLst>
            </a:prstGeom>
            <a:solidFill>
              <a:srgbClr val="38761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5"/>
            <p:cNvSpPr/>
            <p:nvPr/>
          </p:nvSpPr>
          <p:spPr>
            <a:xfrm>
              <a:off x="507100" y="2017025"/>
              <a:ext cx="135900" cy="146700"/>
            </a:xfrm>
            <a:prstGeom prst="chevron">
              <a:avLst>
                <a:gd fmla="val 50000" name="adj"/>
              </a:avLst>
            </a:prstGeom>
            <a:solidFill>
              <a:srgbClr val="38761D"/>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2" name="Google Shape;162;p5"/>
          <p:cNvSpPr/>
          <p:nvPr>
            <p:ph idx="3" type="pic"/>
          </p:nvPr>
        </p:nvSpPr>
        <p:spPr>
          <a:xfrm>
            <a:off x="4054775" y="4659950"/>
            <a:ext cx="3035400" cy="2495700"/>
          </a:xfrm>
          <a:prstGeom prst="rect">
            <a:avLst/>
          </a:prstGeom>
          <a:noFill/>
          <a:ln cap="flat" cmpd="sng" w="19050">
            <a:solidFill>
              <a:srgbClr val="000000"/>
            </a:solidFill>
            <a:prstDash val="solid"/>
            <a:round/>
            <a:headEnd len="sm" w="sm" type="none"/>
            <a:tailEnd len="sm" w="sm" type="none"/>
          </a:ln>
        </p:spPr>
      </p:sp>
      <p:sp>
        <p:nvSpPr>
          <p:cNvPr id="163" name="Google Shape;163;p5"/>
          <p:cNvSpPr txBox="1"/>
          <p:nvPr/>
        </p:nvSpPr>
        <p:spPr>
          <a:xfrm>
            <a:off x="159875" y="60000"/>
            <a:ext cx="7458900" cy="5079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Arial"/>
                <a:ea typeface="Arial"/>
                <a:cs typeface="Arial"/>
                <a:sym typeface="Arial"/>
              </a:rPr>
              <a:t>Click here to edit title</a:t>
            </a:r>
            <a:endParaRPr b="1" i="0" sz="2100" u="none" cap="none" strike="noStrike">
              <a:solidFill>
                <a:srgbClr val="000000"/>
              </a:solidFill>
              <a:latin typeface="Arial"/>
              <a:ea typeface="Arial"/>
              <a:cs typeface="Arial"/>
              <a:sym typeface="Arial"/>
            </a:endParaRPr>
          </a:p>
        </p:txBody>
      </p:sp>
      <p:sp>
        <p:nvSpPr>
          <p:cNvPr id="164" name="Google Shape;164;p5"/>
          <p:cNvSpPr txBox="1"/>
          <p:nvPr/>
        </p:nvSpPr>
        <p:spPr>
          <a:xfrm>
            <a:off x="1763100" y="490850"/>
            <a:ext cx="42462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PT Sans Narrow"/>
                <a:ea typeface="PT Sans Narrow"/>
                <a:cs typeface="PT Sans Narrow"/>
                <a:sym typeface="PT Sans Narrow"/>
              </a:rPr>
              <a:t>Click here to edit subtitle</a:t>
            </a:r>
            <a:endParaRPr b="0" i="0" sz="1200" u="none" cap="none" strike="noStrike">
              <a:solidFill>
                <a:srgbClr val="000000"/>
              </a:solidFill>
              <a:latin typeface="PT Sans Narrow"/>
              <a:ea typeface="PT Sans Narrow"/>
              <a:cs typeface="PT Sans Narrow"/>
              <a:sym typeface="PT Sans Narrow"/>
            </a:endParaRPr>
          </a:p>
        </p:txBody>
      </p:sp>
      <p:sp>
        <p:nvSpPr>
          <p:cNvPr id="165" name="Google Shape;165;p5"/>
          <p:cNvSpPr txBox="1"/>
          <p:nvPr/>
        </p:nvSpPr>
        <p:spPr>
          <a:xfrm>
            <a:off x="3483688" y="4038750"/>
            <a:ext cx="31722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rPr b="0" i="1" lang="en" sz="1100" u="none" cap="none" strike="noStrike">
                <a:solidFill>
                  <a:srgbClr val="000000"/>
                </a:solidFill>
                <a:latin typeface="Lato"/>
                <a:ea typeface="Lato"/>
                <a:cs typeface="Lato"/>
                <a:sym typeface="Lato"/>
              </a:rPr>
              <a:t>Image Alt-Text Here</a:t>
            </a:r>
            <a:endParaRPr b="0" i="1" sz="1100" u="none" cap="none" strike="noStrike">
              <a:solidFill>
                <a:srgbClr val="000000"/>
              </a:solidFill>
              <a:latin typeface="Lato"/>
              <a:ea typeface="Lato"/>
              <a:cs typeface="Lato"/>
              <a:sym typeface="Lato"/>
            </a:endParaRPr>
          </a:p>
        </p:txBody>
      </p:sp>
      <p:sp>
        <p:nvSpPr>
          <p:cNvPr id="166" name="Google Shape;166;p5"/>
          <p:cNvSpPr txBox="1"/>
          <p:nvPr/>
        </p:nvSpPr>
        <p:spPr>
          <a:xfrm>
            <a:off x="3986375" y="7186500"/>
            <a:ext cx="31722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rPr b="0" i="1" lang="en" sz="1100" u="none" cap="none" strike="noStrike">
                <a:solidFill>
                  <a:srgbClr val="000000"/>
                </a:solidFill>
                <a:latin typeface="Lato"/>
                <a:ea typeface="Lato"/>
                <a:cs typeface="Lato"/>
                <a:sym typeface="Lato"/>
              </a:rPr>
              <a:t>Image Alt-Text Here</a:t>
            </a:r>
            <a:endParaRPr b="0" i="1" sz="1100" u="none" cap="none" strike="noStrike">
              <a:solidFill>
                <a:srgbClr val="000000"/>
              </a:solidFill>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167" name="Shape 167"/>
        <p:cNvGrpSpPr/>
        <p:nvPr/>
      </p:nvGrpSpPr>
      <p:grpSpPr>
        <a:xfrm>
          <a:off x="0" y="0"/>
          <a:ext cx="0" cy="0"/>
          <a:chOff x="0" y="0"/>
          <a:chExt cx="0" cy="0"/>
        </a:xfrm>
      </p:grpSpPr>
      <p:cxnSp>
        <p:nvCxnSpPr>
          <p:cNvPr id="168" name="Google Shape;168;p6"/>
          <p:cNvCxnSpPr/>
          <p:nvPr/>
        </p:nvCxnSpPr>
        <p:spPr>
          <a:xfrm>
            <a:off x="417963" y="311025"/>
            <a:ext cx="28200" cy="8777100"/>
          </a:xfrm>
          <a:prstGeom prst="straightConnector1">
            <a:avLst/>
          </a:prstGeom>
          <a:noFill/>
          <a:ln cap="flat" cmpd="sng" w="9525">
            <a:solidFill>
              <a:srgbClr val="B7B7B7"/>
            </a:solidFill>
            <a:prstDash val="solid"/>
            <a:round/>
            <a:headEnd len="sm" w="sm" type="none"/>
            <a:tailEnd len="sm" w="sm" type="none"/>
          </a:ln>
        </p:spPr>
      </p:cxnSp>
      <p:grpSp>
        <p:nvGrpSpPr>
          <p:cNvPr id="169" name="Google Shape;169;p6"/>
          <p:cNvGrpSpPr/>
          <p:nvPr/>
        </p:nvGrpSpPr>
        <p:grpSpPr>
          <a:xfrm>
            <a:off x="404725" y="1300475"/>
            <a:ext cx="6908400" cy="72025"/>
            <a:chOff x="404725" y="1681475"/>
            <a:chExt cx="6908400" cy="72025"/>
          </a:xfrm>
        </p:grpSpPr>
        <p:cxnSp>
          <p:nvCxnSpPr>
            <p:cNvPr id="170" name="Google Shape;170;p6"/>
            <p:cNvCxnSpPr/>
            <p:nvPr/>
          </p:nvCxnSpPr>
          <p:spPr>
            <a:xfrm flipH="1" rot="10800000">
              <a:off x="404725" y="1681475"/>
              <a:ext cx="6908400" cy="16800"/>
            </a:xfrm>
            <a:prstGeom prst="straightConnector1">
              <a:avLst/>
            </a:prstGeom>
            <a:noFill/>
            <a:ln cap="flat" cmpd="sng" w="38100">
              <a:solidFill>
                <a:srgbClr val="666666"/>
              </a:solidFill>
              <a:prstDash val="solid"/>
              <a:round/>
              <a:headEnd len="sm" w="sm" type="none"/>
              <a:tailEnd len="sm" w="sm" type="none"/>
            </a:ln>
          </p:spPr>
        </p:cxnSp>
        <p:cxnSp>
          <p:nvCxnSpPr>
            <p:cNvPr id="171" name="Google Shape;171;p6"/>
            <p:cNvCxnSpPr/>
            <p:nvPr/>
          </p:nvCxnSpPr>
          <p:spPr>
            <a:xfrm flipH="1" rot="10800000">
              <a:off x="404725" y="1736700"/>
              <a:ext cx="6908400" cy="16800"/>
            </a:xfrm>
            <a:prstGeom prst="straightConnector1">
              <a:avLst/>
            </a:prstGeom>
            <a:noFill/>
            <a:ln cap="flat" cmpd="sng" w="38100">
              <a:solidFill>
                <a:srgbClr val="666666"/>
              </a:solidFill>
              <a:prstDash val="solid"/>
              <a:round/>
              <a:headEnd len="sm" w="sm" type="none"/>
              <a:tailEnd len="sm" w="sm" type="none"/>
            </a:ln>
          </p:spPr>
        </p:cxnSp>
      </p:grpSp>
      <p:cxnSp>
        <p:nvCxnSpPr>
          <p:cNvPr id="172" name="Google Shape;172;p6"/>
          <p:cNvCxnSpPr/>
          <p:nvPr/>
        </p:nvCxnSpPr>
        <p:spPr>
          <a:xfrm>
            <a:off x="7326238" y="6225"/>
            <a:ext cx="28200" cy="8777100"/>
          </a:xfrm>
          <a:prstGeom prst="straightConnector1">
            <a:avLst/>
          </a:prstGeom>
          <a:noFill/>
          <a:ln cap="flat" cmpd="sng" w="9525">
            <a:solidFill>
              <a:srgbClr val="B7B7B7"/>
            </a:solidFill>
            <a:prstDash val="solid"/>
            <a:round/>
            <a:headEnd len="sm" w="sm" type="none"/>
            <a:tailEnd len="sm" w="sm" type="none"/>
          </a:ln>
        </p:spPr>
      </p:cxnSp>
      <p:cxnSp>
        <p:nvCxnSpPr>
          <p:cNvPr id="173" name="Google Shape;173;p6"/>
          <p:cNvCxnSpPr/>
          <p:nvPr/>
        </p:nvCxnSpPr>
        <p:spPr>
          <a:xfrm rot="10800000">
            <a:off x="438150" y="3276600"/>
            <a:ext cx="6896100" cy="0"/>
          </a:xfrm>
          <a:prstGeom prst="straightConnector1">
            <a:avLst/>
          </a:prstGeom>
          <a:noFill/>
          <a:ln cap="flat" cmpd="sng" w="9525">
            <a:solidFill>
              <a:srgbClr val="CCCCCC"/>
            </a:solidFill>
            <a:prstDash val="solid"/>
            <a:round/>
            <a:headEnd len="sm" w="sm" type="none"/>
            <a:tailEnd len="sm" w="sm" type="none"/>
          </a:ln>
        </p:spPr>
      </p:cxnSp>
      <p:cxnSp>
        <p:nvCxnSpPr>
          <p:cNvPr id="174" name="Google Shape;174;p6"/>
          <p:cNvCxnSpPr/>
          <p:nvPr/>
        </p:nvCxnSpPr>
        <p:spPr>
          <a:xfrm>
            <a:off x="3861475" y="3505200"/>
            <a:ext cx="0" cy="5611800"/>
          </a:xfrm>
          <a:prstGeom prst="straightConnector1">
            <a:avLst/>
          </a:prstGeom>
          <a:noFill/>
          <a:ln cap="flat" cmpd="sng" w="9525">
            <a:solidFill>
              <a:srgbClr val="B7B7B7"/>
            </a:solidFill>
            <a:prstDash val="solid"/>
            <a:round/>
            <a:headEnd len="sm" w="sm" type="none"/>
            <a:tailEnd len="sm" w="sm" type="none"/>
          </a:ln>
        </p:spPr>
      </p:cxnSp>
      <p:grpSp>
        <p:nvGrpSpPr>
          <p:cNvPr id="175" name="Google Shape;175;p6"/>
          <p:cNvGrpSpPr/>
          <p:nvPr/>
        </p:nvGrpSpPr>
        <p:grpSpPr>
          <a:xfrm>
            <a:off x="417975" y="1504250"/>
            <a:ext cx="2357775" cy="410125"/>
            <a:chOff x="417975" y="1885250"/>
            <a:chExt cx="2357775" cy="410125"/>
          </a:xfrm>
        </p:grpSpPr>
        <p:sp>
          <p:nvSpPr>
            <p:cNvPr id="176" name="Google Shape;176;p6"/>
            <p:cNvSpPr/>
            <p:nvPr/>
          </p:nvSpPr>
          <p:spPr>
            <a:xfrm>
              <a:off x="417975" y="1885250"/>
              <a:ext cx="2020800" cy="410100"/>
            </a:xfrm>
            <a:prstGeom prst="rect">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6"/>
            <p:cNvSpPr/>
            <p:nvPr/>
          </p:nvSpPr>
          <p:spPr>
            <a:xfrm rot="10800000">
              <a:off x="2236350" y="1885875"/>
              <a:ext cx="539400" cy="409500"/>
            </a:xfrm>
            <a:prstGeom prst="chevron">
              <a:avLst>
                <a:gd fmla="val 50000" name="adj"/>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6"/>
            <p:cNvSpPr/>
            <p:nvPr/>
          </p:nvSpPr>
          <p:spPr>
            <a:xfrm>
              <a:off x="446175" y="1905300"/>
              <a:ext cx="1946700" cy="364200"/>
            </a:xfrm>
            <a:prstGeom prst="rect">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6"/>
            <p:cNvSpPr/>
            <p:nvPr/>
          </p:nvSpPr>
          <p:spPr>
            <a:xfrm rot="10800000">
              <a:off x="2198100" y="1906000"/>
              <a:ext cx="519600" cy="363600"/>
            </a:xfrm>
            <a:prstGeom prst="chevron">
              <a:avLst>
                <a:gd fmla="val 50000" name="adj"/>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0" name="Google Shape;180;p6"/>
          <p:cNvGrpSpPr/>
          <p:nvPr/>
        </p:nvGrpSpPr>
        <p:grpSpPr>
          <a:xfrm>
            <a:off x="417975" y="3276600"/>
            <a:ext cx="2357775" cy="410125"/>
            <a:chOff x="265575" y="3352800"/>
            <a:chExt cx="2357775" cy="410125"/>
          </a:xfrm>
        </p:grpSpPr>
        <p:sp>
          <p:nvSpPr>
            <p:cNvPr id="181" name="Google Shape;181;p6"/>
            <p:cNvSpPr/>
            <p:nvPr/>
          </p:nvSpPr>
          <p:spPr>
            <a:xfrm>
              <a:off x="265575" y="3352800"/>
              <a:ext cx="2020800" cy="410100"/>
            </a:xfrm>
            <a:prstGeom prst="rect">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6"/>
            <p:cNvSpPr/>
            <p:nvPr/>
          </p:nvSpPr>
          <p:spPr>
            <a:xfrm rot="10800000">
              <a:off x="2083950" y="3353425"/>
              <a:ext cx="539400" cy="409500"/>
            </a:xfrm>
            <a:prstGeom prst="chevron">
              <a:avLst>
                <a:gd fmla="val 50000" name="adj"/>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6"/>
            <p:cNvSpPr/>
            <p:nvPr/>
          </p:nvSpPr>
          <p:spPr>
            <a:xfrm>
              <a:off x="293775" y="3372850"/>
              <a:ext cx="1946700" cy="364200"/>
            </a:xfrm>
            <a:prstGeom prst="rect">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6"/>
            <p:cNvSpPr/>
            <p:nvPr/>
          </p:nvSpPr>
          <p:spPr>
            <a:xfrm rot="10800000">
              <a:off x="2045700" y="3373550"/>
              <a:ext cx="519600" cy="363600"/>
            </a:xfrm>
            <a:prstGeom prst="chevron">
              <a:avLst>
                <a:gd fmla="val 50000" name="adj"/>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5" name="Google Shape;185;p6"/>
          <p:cNvGrpSpPr/>
          <p:nvPr/>
        </p:nvGrpSpPr>
        <p:grpSpPr>
          <a:xfrm>
            <a:off x="3872044" y="3276600"/>
            <a:ext cx="2747987" cy="410125"/>
            <a:chOff x="3567313" y="3200400"/>
            <a:chExt cx="2357775" cy="410125"/>
          </a:xfrm>
        </p:grpSpPr>
        <p:sp>
          <p:nvSpPr>
            <p:cNvPr id="186" name="Google Shape;186;p6"/>
            <p:cNvSpPr/>
            <p:nvPr/>
          </p:nvSpPr>
          <p:spPr>
            <a:xfrm>
              <a:off x="3567313" y="3200400"/>
              <a:ext cx="2020800" cy="410100"/>
            </a:xfrm>
            <a:prstGeom prst="rect">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6"/>
            <p:cNvSpPr/>
            <p:nvPr/>
          </p:nvSpPr>
          <p:spPr>
            <a:xfrm rot="10800000">
              <a:off x="5385688" y="3201025"/>
              <a:ext cx="539400" cy="409500"/>
            </a:xfrm>
            <a:prstGeom prst="chevron">
              <a:avLst>
                <a:gd fmla="val 50000" name="adj"/>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6"/>
            <p:cNvSpPr/>
            <p:nvPr/>
          </p:nvSpPr>
          <p:spPr>
            <a:xfrm>
              <a:off x="3595513" y="3220450"/>
              <a:ext cx="1946700" cy="364200"/>
            </a:xfrm>
            <a:prstGeom prst="rect">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6"/>
            <p:cNvSpPr/>
            <p:nvPr/>
          </p:nvSpPr>
          <p:spPr>
            <a:xfrm rot="10800000">
              <a:off x="5393639" y="3221150"/>
              <a:ext cx="473400" cy="363600"/>
            </a:xfrm>
            <a:prstGeom prst="chevron">
              <a:avLst>
                <a:gd fmla="val 50000" name="adj"/>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0" name="Google Shape;190;p6"/>
          <p:cNvGrpSpPr/>
          <p:nvPr/>
        </p:nvGrpSpPr>
        <p:grpSpPr>
          <a:xfrm>
            <a:off x="417963" y="6597750"/>
            <a:ext cx="2357775" cy="410125"/>
            <a:chOff x="-39237" y="6140550"/>
            <a:chExt cx="2357775" cy="410125"/>
          </a:xfrm>
        </p:grpSpPr>
        <p:sp>
          <p:nvSpPr>
            <p:cNvPr id="191" name="Google Shape;191;p6"/>
            <p:cNvSpPr/>
            <p:nvPr/>
          </p:nvSpPr>
          <p:spPr>
            <a:xfrm>
              <a:off x="-39237" y="6140550"/>
              <a:ext cx="2020800" cy="410100"/>
            </a:xfrm>
            <a:prstGeom prst="rect">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6"/>
            <p:cNvSpPr/>
            <p:nvPr/>
          </p:nvSpPr>
          <p:spPr>
            <a:xfrm rot="10800000">
              <a:off x="1779138" y="6141175"/>
              <a:ext cx="539400" cy="409500"/>
            </a:xfrm>
            <a:prstGeom prst="chevron">
              <a:avLst>
                <a:gd fmla="val 50000" name="adj"/>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6"/>
            <p:cNvSpPr/>
            <p:nvPr/>
          </p:nvSpPr>
          <p:spPr>
            <a:xfrm>
              <a:off x="-11037" y="6160600"/>
              <a:ext cx="1946700" cy="364200"/>
            </a:xfrm>
            <a:prstGeom prst="rect">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6"/>
            <p:cNvSpPr/>
            <p:nvPr/>
          </p:nvSpPr>
          <p:spPr>
            <a:xfrm rot="10800000">
              <a:off x="1740888" y="6161300"/>
              <a:ext cx="519600" cy="363600"/>
            </a:xfrm>
            <a:prstGeom prst="chevron">
              <a:avLst>
                <a:gd fmla="val 50000" name="adj"/>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5" name="Google Shape;195;p6"/>
          <p:cNvSpPr txBox="1"/>
          <p:nvPr/>
        </p:nvSpPr>
        <p:spPr>
          <a:xfrm>
            <a:off x="402100" y="1527525"/>
            <a:ext cx="194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OVERVIEW</a:t>
            </a:r>
            <a:endParaRPr b="1" i="0" sz="1400" u="none" cap="none" strike="noStrike">
              <a:solidFill>
                <a:srgbClr val="000000"/>
              </a:solidFill>
              <a:latin typeface="Arial"/>
              <a:ea typeface="Arial"/>
              <a:cs typeface="Arial"/>
              <a:sym typeface="Arial"/>
            </a:endParaRPr>
          </a:p>
        </p:txBody>
      </p:sp>
      <p:sp>
        <p:nvSpPr>
          <p:cNvPr id="196" name="Google Shape;196;p6"/>
          <p:cNvSpPr txBox="1"/>
          <p:nvPr/>
        </p:nvSpPr>
        <p:spPr>
          <a:xfrm>
            <a:off x="476200" y="3276599"/>
            <a:ext cx="179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PROJECT STATUS </a:t>
            </a:r>
            <a:endParaRPr b="1" i="0" sz="1400" u="none" cap="none" strike="noStrike">
              <a:solidFill>
                <a:srgbClr val="000000"/>
              </a:solidFill>
              <a:latin typeface="Arial"/>
              <a:ea typeface="Arial"/>
              <a:cs typeface="Arial"/>
              <a:sym typeface="Arial"/>
            </a:endParaRPr>
          </a:p>
        </p:txBody>
      </p:sp>
      <p:sp>
        <p:nvSpPr>
          <p:cNvPr id="197" name="Google Shape;197;p6"/>
          <p:cNvSpPr txBox="1"/>
          <p:nvPr/>
        </p:nvSpPr>
        <p:spPr>
          <a:xfrm>
            <a:off x="623225" y="6602713"/>
            <a:ext cx="194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NEXT STEPS </a:t>
            </a:r>
            <a:endParaRPr b="1" i="0" sz="1400" u="none" cap="none" strike="noStrike">
              <a:solidFill>
                <a:srgbClr val="000000"/>
              </a:solidFill>
              <a:latin typeface="Arial"/>
              <a:ea typeface="Arial"/>
              <a:cs typeface="Arial"/>
              <a:sym typeface="Arial"/>
            </a:endParaRPr>
          </a:p>
        </p:txBody>
      </p:sp>
      <p:sp>
        <p:nvSpPr>
          <p:cNvPr id="198" name="Google Shape;198;p6"/>
          <p:cNvSpPr txBox="1"/>
          <p:nvPr/>
        </p:nvSpPr>
        <p:spPr>
          <a:xfrm>
            <a:off x="3848750" y="3276600"/>
            <a:ext cx="1673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KEY INSIGHTS </a:t>
            </a:r>
            <a:endParaRPr b="1" i="0" sz="1400" u="none" cap="none" strike="noStrike">
              <a:solidFill>
                <a:srgbClr val="000000"/>
              </a:solidFill>
              <a:latin typeface="Arial"/>
              <a:ea typeface="Arial"/>
              <a:cs typeface="Arial"/>
              <a:sym typeface="Arial"/>
            </a:endParaRPr>
          </a:p>
        </p:txBody>
      </p:sp>
      <p:sp>
        <p:nvSpPr>
          <p:cNvPr id="199" name="Google Shape;199;p6"/>
          <p:cNvSpPr txBox="1"/>
          <p:nvPr/>
        </p:nvSpPr>
        <p:spPr>
          <a:xfrm>
            <a:off x="413425" y="1939675"/>
            <a:ext cx="6896100" cy="10275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1200"/>
              </a:spcAft>
              <a:buClr>
                <a:srgbClr val="000000"/>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200" name="Google Shape;200;p6"/>
          <p:cNvSpPr txBox="1"/>
          <p:nvPr/>
        </p:nvSpPr>
        <p:spPr>
          <a:xfrm>
            <a:off x="438138" y="3915350"/>
            <a:ext cx="3108300" cy="2370000"/>
          </a:xfrm>
          <a:prstGeom prst="rect">
            <a:avLst/>
          </a:prstGeom>
          <a:noFill/>
          <a:ln>
            <a:noFill/>
          </a:ln>
        </p:spPr>
        <p:txBody>
          <a:bodyPr anchorCtr="0" anchor="t" bIns="91425" lIns="57150" spcFirstLastPara="1" rIns="91425" wrap="square" tIns="91425">
            <a:normAutofit/>
          </a:bodyPr>
          <a:lstStyle/>
          <a:p>
            <a:pPr indent="0" lvl="0" marL="0" marR="0" rtl="0" algn="l">
              <a:lnSpc>
                <a:spcPct val="115000"/>
              </a:lnSpc>
              <a:spcBef>
                <a:spcPts val="0"/>
              </a:spcBef>
              <a:spcAft>
                <a:spcPts val="1200"/>
              </a:spcAft>
              <a:buClr>
                <a:srgbClr val="000000"/>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201" name="Google Shape;201;p6"/>
          <p:cNvSpPr txBox="1"/>
          <p:nvPr/>
        </p:nvSpPr>
        <p:spPr>
          <a:xfrm>
            <a:off x="438150" y="7050750"/>
            <a:ext cx="3108300" cy="2255400"/>
          </a:xfrm>
          <a:prstGeom prst="rect">
            <a:avLst/>
          </a:prstGeom>
          <a:noFill/>
          <a:ln>
            <a:noFill/>
          </a:ln>
        </p:spPr>
        <p:txBody>
          <a:bodyPr anchorCtr="0" anchor="t" bIns="91425" lIns="57150" spcFirstLastPara="1" rIns="91425" wrap="square" tIns="91425">
            <a:normAutofit/>
          </a:bodyPr>
          <a:lstStyle/>
          <a:p>
            <a:pPr indent="0" lvl="0" marL="0" marR="0" rtl="0" algn="l">
              <a:lnSpc>
                <a:spcPct val="115000"/>
              </a:lnSpc>
              <a:spcBef>
                <a:spcPts val="0"/>
              </a:spcBef>
              <a:spcAft>
                <a:spcPts val="1200"/>
              </a:spcAft>
              <a:buClr>
                <a:srgbClr val="000000"/>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202" name="Google Shape;202;p6"/>
          <p:cNvSpPr txBox="1"/>
          <p:nvPr/>
        </p:nvSpPr>
        <p:spPr>
          <a:xfrm>
            <a:off x="3905525" y="4039263"/>
            <a:ext cx="3219000" cy="2604300"/>
          </a:xfrm>
          <a:prstGeom prst="rect">
            <a:avLst/>
          </a:prstGeom>
          <a:noFill/>
          <a:ln>
            <a:noFill/>
          </a:ln>
        </p:spPr>
        <p:txBody>
          <a:bodyPr anchorCtr="0" anchor="t" bIns="91425" lIns="57150" spcFirstLastPara="1" rIns="91425" wrap="square" tIns="91425">
            <a:normAutofit/>
          </a:bodyPr>
          <a:lstStyle/>
          <a:p>
            <a:pPr indent="0" lvl="0" marL="0" marR="0" rtl="0" algn="l">
              <a:lnSpc>
                <a:spcPct val="115000"/>
              </a:lnSpc>
              <a:spcBef>
                <a:spcPts val="0"/>
              </a:spcBef>
              <a:spcAft>
                <a:spcPts val="1200"/>
              </a:spcAft>
              <a:buClr>
                <a:srgbClr val="000000"/>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203" name="Google Shape;203;p6"/>
          <p:cNvSpPr txBox="1"/>
          <p:nvPr/>
        </p:nvSpPr>
        <p:spPr>
          <a:xfrm>
            <a:off x="4183575" y="9228125"/>
            <a:ext cx="3086700" cy="285000"/>
          </a:xfrm>
          <a:prstGeom prst="rect">
            <a:avLst/>
          </a:prstGeom>
          <a:noFill/>
          <a:ln>
            <a:noFill/>
          </a:ln>
        </p:spPr>
        <p:txBody>
          <a:bodyPr anchorCtr="0" anchor="t" bIns="91425" lIns="91425" spcFirstLastPara="1" rIns="91425" wrap="square" tIns="91425">
            <a:normAutofit fontScale="25000" lnSpcReduction="20000"/>
          </a:bodyPr>
          <a:lstStyle/>
          <a:p>
            <a:pPr indent="0" lvl="0" marL="0" marR="0" rtl="0" algn="l">
              <a:lnSpc>
                <a:spcPct val="115000"/>
              </a:lnSpc>
              <a:spcBef>
                <a:spcPts val="0"/>
              </a:spcBef>
              <a:spcAft>
                <a:spcPts val="1200"/>
              </a:spcAft>
              <a:buClr>
                <a:srgbClr val="000000"/>
              </a:buClr>
              <a:buSzPct val="100000"/>
              <a:buFont typeface="Arial"/>
              <a:buNone/>
            </a:pPr>
            <a:r>
              <a:t/>
            </a:r>
            <a:endParaRPr b="0" i="1" sz="1100" u="none" cap="none" strike="noStrike">
              <a:solidFill>
                <a:srgbClr val="595959"/>
              </a:solidFill>
              <a:latin typeface="Arial"/>
              <a:ea typeface="Arial"/>
              <a:cs typeface="Arial"/>
              <a:sym typeface="Arial"/>
            </a:endParaRPr>
          </a:p>
        </p:txBody>
      </p:sp>
      <p:sp>
        <p:nvSpPr>
          <p:cNvPr id="204" name="Google Shape;204;p6"/>
          <p:cNvSpPr txBox="1"/>
          <p:nvPr/>
        </p:nvSpPr>
        <p:spPr>
          <a:xfrm>
            <a:off x="159875" y="441000"/>
            <a:ext cx="7458900" cy="5079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Arial"/>
                <a:ea typeface="Arial"/>
                <a:cs typeface="Arial"/>
                <a:sym typeface="Arial"/>
              </a:rPr>
              <a:t>Click here to edit title</a:t>
            </a:r>
            <a:endParaRPr b="1" i="0" sz="2100" u="none" cap="none" strike="noStrike">
              <a:solidFill>
                <a:srgbClr val="000000"/>
              </a:solidFill>
              <a:latin typeface="Arial"/>
              <a:ea typeface="Arial"/>
              <a:cs typeface="Arial"/>
              <a:sym typeface="Arial"/>
            </a:endParaRPr>
          </a:p>
        </p:txBody>
      </p:sp>
      <p:sp>
        <p:nvSpPr>
          <p:cNvPr id="205" name="Google Shape;205;p6"/>
          <p:cNvSpPr txBox="1"/>
          <p:nvPr/>
        </p:nvSpPr>
        <p:spPr>
          <a:xfrm>
            <a:off x="1763100" y="948050"/>
            <a:ext cx="42462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PT Sans Narrow"/>
                <a:ea typeface="PT Sans Narrow"/>
                <a:cs typeface="PT Sans Narrow"/>
                <a:sym typeface="PT Sans Narrow"/>
              </a:rPr>
              <a:t>Click here to edit subtitle</a:t>
            </a:r>
            <a:endParaRPr b="0" i="0" sz="1200" u="none" cap="none" strike="noStrike">
              <a:solidFill>
                <a:srgbClr val="000000"/>
              </a:solidFill>
              <a:latin typeface="PT Sans Narrow"/>
              <a:ea typeface="PT Sans Narrow"/>
              <a:cs typeface="PT Sans Narrow"/>
              <a:sym typeface="PT Sans Narrow"/>
            </a:endParaRPr>
          </a:p>
        </p:txBody>
      </p:sp>
      <p:sp>
        <p:nvSpPr>
          <p:cNvPr id="206" name="Google Shape;206;p6"/>
          <p:cNvSpPr/>
          <p:nvPr>
            <p:ph idx="2" type="pic"/>
          </p:nvPr>
        </p:nvSpPr>
        <p:spPr>
          <a:xfrm>
            <a:off x="4076163" y="6199700"/>
            <a:ext cx="3035400" cy="2495700"/>
          </a:xfrm>
          <a:prstGeom prst="rect">
            <a:avLst/>
          </a:prstGeom>
          <a:noFill/>
          <a:ln cap="flat" cmpd="sng" w="19050">
            <a:solidFill>
              <a:srgbClr val="000000"/>
            </a:solidFill>
            <a:prstDash val="solid"/>
            <a:round/>
            <a:headEnd len="sm" w="sm" type="none"/>
            <a:tailEnd len="sm" w="sm" type="none"/>
          </a:ln>
        </p:spPr>
      </p:sp>
      <p:sp>
        <p:nvSpPr>
          <p:cNvPr id="207" name="Google Shape;207;p6"/>
          <p:cNvSpPr txBox="1"/>
          <p:nvPr/>
        </p:nvSpPr>
        <p:spPr>
          <a:xfrm>
            <a:off x="4007763" y="8695400"/>
            <a:ext cx="31722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rPr b="0" i="1" lang="en" sz="1100" u="none" cap="none" strike="noStrike">
                <a:solidFill>
                  <a:srgbClr val="000000"/>
                </a:solidFill>
                <a:latin typeface="Lato"/>
                <a:ea typeface="Lato"/>
                <a:cs typeface="Lato"/>
                <a:sym typeface="Lato"/>
              </a:rPr>
              <a:t>Image Alt-Text Here</a:t>
            </a:r>
            <a:endParaRPr b="0" i="1" sz="1100" u="none" cap="none" strike="noStrike">
              <a:solidFill>
                <a:srgbClr val="000000"/>
              </a:solidFill>
              <a:latin typeface="Lato"/>
              <a:ea typeface="Lato"/>
              <a:cs typeface="Lato"/>
              <a:sym typeface="Lato"/>
            </a:endParaRPr>
          </a:p>
        </p:txBody>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p:cSld name="CUSTOM">
    <p:spTree>
      <p:nvGrpSpPr>
        <p:cNvPr id="208" name="Shape 208"/>
        <p:cNvGrpSpPr/>
        <p:nvPr/>
      </p:nvGrpSpPr>
      <p:grpSpPr>
        <a:xfrm>
          <a:off x="0" y="0"/>
          <a:ext cx="0" cy="0"/>
          <a:chOff x="0" y="0"/>
          <a:chExt cx="0" cy="0"/>
        </a:xfrm>
      </p:grpSpPr>
      <p:sp>
        <p:nvSpPr>
          <p:cNvPr id="209" name="Google Shape;209;p7"/>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10" name="Google Shape;210;p7"/>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nvGrpSpPr>
          <p:cNvPr id="211" name="Google Shape;211;p7"/>
          <p:cNvGrpSpPr/>
          <p:nvPr/>
        </p:nvGrpSpPr>
        <p:grpSpPr>
          <a:xfrm>
            <a:off x="95351" y="1392509"/>
            <a:ext cx="7581691" cy="5901"/>
            <a:chOff x="1890075" y="5241175"/>
            <a:chExt cx="4240556" cy="257700"/>
          </a:xfrm>
        </p:grpSpPr>
        <p:sp>
          <p:nvSpPr>
            <p:cNvPr id="212" name="Google Shape;212;p7"/>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13" name="Google Shape;213;p7"/>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14" name="Google Shape;214;p7"/>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15" name="Google Shape;215;p7"/>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216" name="Google Shape;216;p7"/>
          <p:cNvGrpSpPr/>
          <p:nvPr/>
        </p:nvGrpSpPr>
        <p:grpSpPr>
          <a:xfrm>
            <a:off x="95351" y="4542984"/>
            <a:ext cx="7581691" cy="5901"/>
            <a:chOff x="1890075" y="5241175"/>
            <a:chExt cx="4240556" cy="257700"/>
          </a:xfrm>
        </p:grpSpPr>
        <p:sp>
          <p:nvSpPr>
            <p:cNvPr id="217" name="Google Shape;217;p7"/>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18" name="Google Shape;218;p7"/>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19" name="Google Shape;219;p7"/>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20" name="Google Shape;220;p7"/>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221" name="Google Shape;221;p7"/>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rgbClr val="EEEEEE">
                <a:alpha val="4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Overview </a:t>
            </a:r>
            <a:endParaRPr b="1" i="0" sz="1400" u="none" cap="none" strike="noStrike">
              <a:solidFill>
                <a:srgbClr val="000000"/>
              </a:solidFill>
              <a:latin typeface="Arial"/>
              <a:ea typeface="Arial"/>
              <a:cs typeface="Arial"/>
              <a:sym typeface="Arial"/>
            </a:endParaRPr>
          </a:p>
        </p:txBody>
      </p:sp>
      <p:sp>
        <p:nvSpPr>
          <p:cNvPr id="222" name="Google Shape;222;p7"/>
          <p:cNvSpPr/>
          <p:nvPr/>
        </p:nvSpPr>
        <p:spPr>
          <a:xfrm>
            <a:off x="432000" y="26200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Problem</a:t>
            </a:r>
            <a:endParaRPr b="1" i="0" sz="1400" u="none" cap="none" strike="noStrike">
              <a:solidFill>
                <a:srgbClr val="000000"/>
              </a:solidFill>
              <a:latin typeface="Arial"/>
              <a:ea typeface="Arial"/>
              <a:cs typeface="Arial"/>
              <a:sym typeface="Arial"/>
            </a:endParaRPr>
          </a:p>
        </p:txBody>
      </p:sp>
      <p:sp>
        <p:nvSpPr>
          <p:cNvPr id="223" name="Google Shape;223;p7"/>
          <p:cNvSpPr/>
          <p:nvPr/>
        </p:nvSpPr>
        <p:spPr>
          <a:xfrm>
            <a:off x="432000" y="3615673"/>
            <a:ext cx="1598400" cy="2691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Solution</a:t>
            </a:r>
            <a:endParaRPr b="1" i="0" sz="1400" u="none" cap="none" strike="noStrike">
              <a:solidFill>
                <a:srgbClr val="000000"/>
              </a:solidFill>
              <a:latin typeface="Arial"/>
              <a:ea typeface="Arial"/>
              <a:cs typeface="Arial"/>
              <a:sym typeface="Arial"/>
            </a:endParaRPr>
          </a:p>
        </p:txBody>
      </p:sp>
      <p:sp>
        <p:nvSpPr>
          <p:cNvPr id="224" name="Google Shape;224;p7"/>
          <p:cNvSpPr/>
          <p:nvPr/>
        </p:nvSpPr>
        <p:spPr>
          <a:xfrm>
            <a:off x="432000" y="4676196"/>
            <a:ext cx="1598400" cy="2850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Details </a:t>
            </a:r>
            <a:endParaRPr b="1" i="0" sz="1400" u="none" cap="none" strike="noStrike">
              <a:solidFill>
                <a:srgbClr val="000000"/>
              </a:solidFill>
              <a:latin typeface="Arial"/>
              <a:ea typeface="Arial"/>
              <a:cs typeface="Arial"/>
              <a:sym typeface="Arial"/>
            </a:endParaRPr>
          </a:p>
        </p:txBody>
      </p:sp>
      <p:sp>
        <p:nvSpPr>
          <p:cNvPr id="225" name="Google Shape;225;p7"/>
          <p:cNvSpPr/>
          <p:nvPr/>
        </p:nvSpPr>
        <p:spPr>
          <a:xfrm>
            <a:off x="432000" y="8296570"/>
            <a:ext cx="1598400" cy="2691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Next Steps </a:t>
            </a:r>
            <a:endParaRPr b="1" i="0" sz="1400" u="none" cap="none" strike="noStrike">
              <a:solidFill>
                <a:srgbClr val="000000"/>
              </a:solidFill>
              <a:latin typeface="Arial"/>
              <a:ea typeface="Arial"/>
              <a:cs typeface="Arial"/>
              <a:sym typeface="Arial"/>
            </a:endParaRPr>
          </a:p>
        </p:txBody>
      </p:sp>
      <p:grpSp>
        <p:nvGrpSpPr>
          <p:cNvPr id="226" name="Google Shape;226;p7"/>
          <p:cNvGrpSpPr/>
          <p:nvPr/>
        </p:nvGrpSpPr>
        <p:grpSpPr>
          <a:xfrm>
            <a:off x="95351" y="8200359"/>
            <a:ext cx="7581691" cy="5901"/>
            <a:chOff x="1890075" y="5241175"/>
            <a:chExt cx="4240556" cy="257700"/>
          </a:xfrm>
        </p:grpSpPr>
        <p:sp>
          <p:nvSpPr>
            <p:cNvPr id="227" name="Google Shape;227;p7"/>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28" name="Google Shape;228;p7"/>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29" name="Google Shape;229;p7"/>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30" name="Google Shape;230;p7"/>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231" name="Google Shape;231;p7"/>
          <p:cNvSpPr txBox="1"/>
          <p:nvPr/>
        </p:nvSpPr>
        <p:spPr>
          <a:xfrm>
            <a:off x="159875" y="441000"/>
            <a:ext cx="7458900" cy="5079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Arial"/>
                <a:ea typeface="Arial"/>
                <a:cs typeface="Arial"/>
                <a:sym typeface="Arial"/>
              </a:rPr>
              <a:t>Click here to edit title</a:t>
            </a:r>
            <a:endParaRPr b="1" i="0" sz="2100" u="none" cap="none" strike="noStrike">
              <a:solidFill>
                <a:srgbClr val="000000"/>
              </a:solidFill>
              <a:latin typeface="Arial"/>
              <a:ea typeface="Arial"/>
              <a:cs typeface="Arial"/>
              <a:sym typeface="Arial"/>
            </a:endParaRPr>
          </a:p>
        </p:txBody>
      </p:sp>
      <p:sp>
        <p:nvSpPr>
          <p:cNvPr id="232" name="Google Shape;232;p7"/>
          <p:cNvSpPr txBox="1"/>
          <p:nvPr/>
        </p:nvSpPr>
        <p:spPr>
          <a:xfrm>
            <a:off x="1763100" y="948050"/>
            <a:ext cx="42462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PT Sans Narrow"/>
                <a:ea typeface="PT Sans Narrow"/>
                <a:cs typeface="PT Sans Narrow"/>
                <a:sym typeface="PT Sans Narrow"/>
              </a:rPr>
              <a:t>Click here to edit subtitle</a:t>
            </a:r>
            <a:endParaRPr b="0" i="0" sz="1200" u="none" cap="none" strike="noStrike">
              <a:solidFill>
                <a:srgbClr val="000000"/>
              </a:solidFill>
              <a:latin typeface="PT Sans Narrow"/>
              <a:ea typeface="PT Sans Narrow"/>
              <a:cs typeface="PT Sans Narrow"/>
              <a:sym typeface="PT Sans Narrow"/>
            </a:endParaRPr>
          </a:p>
        </p:txBody>
      </p:sp>
      <p:sp>
        <p:nvSpPr>
          <p:cNvPr id="233" name="Google Shape;233;p7"/>
          <p:cNvSpPr/>
          <p:nvPr>
            <p:ph idx="2" type="pic"/>
          </p:nvPr>
        </p:nvSpPr>
        <p:spPr>
          <a:xfrm>
            <a:off x="4394725" y="4961200"/>
            <a:ext cx="3035400" cy="2495700"/>
          </a:xfrm>
          <a:prstGeom prst="rect">
            <a:avLst/>
          </a:prstGeom>
          <a:noFill/>
          <a:ln cap="flat" cmpd="sng" w="19050">
            <a:solidFill>
              <a:srgbClr val="000000"/>
            </a:solidFill>
            <a:prstDash val="solid"/>
            <a:round/>
            <a:headEnd len="sm" w="sm" type="none"/>
            <a:tailEnd len="sm" w="sm" type="none"/>
          </a:ln>
        </p:spPr>
      </p:sp>
      <p:sp>
        <p:nvSpPr>
          <p:cNvPr id="234" name="Google Shape;234;p7"/>
          <p:cNvSpPr txBox="1"/>
          <p:nvPr/>
        </p:nvSpPr>
        <p:spPr>
          <a:xfrm>
            <a:off x="4326325" y="7456900"/>
            <a:ext cx="31722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rPr b="0" i="1" lang="en" sz="1100" u="none" cap="none" strike="noStrike">
                <a:solidFill>
                  <a:srgbClr val="000000"/>
                </a:solidFill>
                <a:latin typeface="Lato"/>
                <a:ea typeface="Lato"/>
                <a:cs typeface="Lato"/>
                <a:sym typeface="Lato"/>
              </a:rPr>
              <a:t>Image Alt-Text Here</a:t>
            </a:r>
            <a:endParaRPr b="0" i="1" sz="1100" u="none" cap="none" strike="noStrike">
              <a:solidFill>
                <a:srgbClr val="000000"/>
              </a:solidFill>
              <a:latin typeface="Lato"/>
              <a:ea typeface="Lato"/>
              <a:cs typeface="Lato"/>
              <a:sym typeface="La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 NOT USE ">
  <p:cSld name="TITLE_2_1">
    <p:spTree>
      <p:nvGrpSpPr>
        <p:cNvPr id="235" name="Shape 235"/>
        <p:cNvGrpSpPr/>
        <p:nvPr/>
      </p:nvGrpSpPr>
      <p:grpSpPr>
        <a:xfrm>
          <a:off x="0" y="0"/>
          <a:ext cx="0" cy="0"/>
          <a:chOff x="0" y="0"/>
          <a:chExt cx="0" cy="0"/>
        </a:xfrm>
      </p:grpSpPr>
      <p:sp>
        <p:nvSpPr>
          <p:cNvPr id="236" name="Google Shape;236;p8"/>
          <p:cNvSpPr txBox="1"/>
          <p:nvPr/>
        </p:nvSpPr>
        <p:spPr>
          <a:xfrm>
            <a:off x="3993321" y="9367991"/>
            <a:ext cx="3693900" cy="7344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Roboto"/>
                <a:ea typeface="Roboto"/>
                <a:cs typeface="Roboto"/>
                <a:sym typeface="Roboto"/>
              </a:rPr>
              <a:t>Source:  Lorem ipsum dolor sit amet, consectetur adipiscing elit. Duis non erat sem</a:t>
            </a:r>
            <a:endParaRPr b="0" i="0" sz="600" u="none" cap="none" strike="noStrike">
              <a:solidFill>
                <a:srgbClr val="FFFFFF"/>
              </a:solidFill>
              <a:latin typeface="Roboto"/>
              <a:ea typeface="Roboto"/>
              <a:cs typeface="Roboto"/>
              <a:sym typeface="Roboto"/>
            </a:endParaRPr>
          </a:p>
        </p:txBody>
      </p:sp>
      <p:grpSp>
        <p:nvGrpSpPr>
          <p:cNvPr id="237" name="Google Shape;237;p8"/>
          <p:cNvGrpSpPr/>
          <p:nvPr/>
        </p:nvGrpSpPr>
        <p:grpSpPr>
          <a:xfrm>
            <a:off x="-16250" y="9048087"/>
            <a:ext cx="7804900" cy="1072407"/>
            <a:chOff x="-19118" y="4617750"/>
            <a:chExt cx="9182236" cy="548378"/>
          </a:xfrm>
        </p:grpSpPr>
        <p:sp>
          <p:nvSpPr>
            <p:cNvPr id="238" name="Google Shape;238;p8"/>
            <p:cNvSpPr/>
            <p:nvPr/>
          </p:nvSpPr>
          <p:spPr>
            <a:xfrm flipH="1">
              <a:off x="19244" y="4617750"/>
              <a:ext cx="9143874" cy="548378"/>
            </a:xfrm>
            <a:custGeom>
              <a:rect b="b" l="l" r="r" t="t"/>
              <a:pathLst>
                <a:path extrusionOk="0" h="19840" w="367556">
                  <a:moveTo>
                    <a:pt x="0" y="19840"/>
                  </a:moveTo>
                  <a:lnTo>
                    <a:pt x="515" y="0"/>
                  </a:lnTo>
                  <a:lnTo>
                    <a:pt x="367556" y="11270"/>
                  </a:lnTo>
                  <a:lnTo>
                    <a:pt x="367044" y="18698"/>
                  </a:lnTo>
                  <a:close/>
                </a:path>
              </a:pathLst>
            </a:custGeom>
            <a:solidFill>
              <a:srgbClr val="4069DD"/>
            </a:solidFill>
            <a:ln>
              <a:noFill/>
            </a:ln>
          </p:spPr>
        </p:sp>
        <p:sp>
          <p:nvSpPr>
            <p:cNvPr id="239" name="Google Shape;239;p8"/>
            <p:cNvSpPr/>
            <p:nvPr/>
          </p:nvSpPr>
          <p:spPr>
            <a:xfrm flipH="1">
              <a:off x="-19118" y="4677825"/>
              <a:ext cx="4769786" cy="473975"/>
            </a:xfrm>
            <a:custGeom>
              <a:rect b="b" l="l" r="r" t="t"/>
              <a:pathLst>
                <a:path extrusionOk="0" h="18959" w="366343">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O NOT USE">
  <p:cSld name="CUSTOM_1">
    <p:spTree>
      <p:nvGrpSpPr>
        <p:cNvPr id="240" name="Shape 24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 name="Shape 55"/>
        <p:cNvGrpSpPr/>
        <p:nvPr/>
      </p:nvGrpSpPr>
      <p:grpSpPr>
        <a:xfrm>
          <a:off x="0" y="0"/>
          <a:ext cx="0" cy="0"/>
          <a:chOff x="0" y="0"/>
          <a:chExt cx="0" cy="0"/>
        </a:xfrm>
      </p:grpSpPr>
      <p:sp>
        <p:nvSpPr>
          <p:cNvPr id="56" name="Google Shape;56;p3"/>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7" name="Google Shape;57;p3"/>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8" name="Google Shape;58;p3"/>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3"/>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0"/>
          <p:cNvSpPr txBox="1"/>
          <p:nvPr/>
        </p:nvSpPr>
        <p:spPr>
          <a:xfrm>
            <a:off x="226200" y="3227100"/>
            <a:ext cx="2773800" cy="221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1200" u="none" cap="none" strike="noStrike">
                <a:solidFill>
                  <a:schemeClr val="dk1"/>
                </a:solidFill>
                <a:latin typeface="Arial"/>
                <a:ea typeface="Arial"/>
                <a:cs typeface="Arial"/>
                <a:sym typeface="Arial"/>
              </a:rPr>
              <a:t>The data team performed a preliminary investigation of the claims classification dataset with the aim of learning important relationships between variables.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1000"/>
              </a:spcAft>
              <a:buClr>
                <a:srgbClr val="000000"/>
              </a:buClr>
              <a:buSzPts val="1200"/>
              <a:buFont typeface="Arial"/>
              <a:buNone/>
            </a:pPr>
            <a:r>
              <a:rPr b="0" i="0" lang="en" sz="1200" u="none" cap="none" strike="noStrike">
                <a:solidFill>
                  <a:schemeClr val="dk1"/>
                </a:solidFill>
                <a:latin typeface="Arial"/>
                <a:ea typeface="Arial"/>
                <a:cs typeface="Arial"/>
                <a:sym typeface="Arial"/>
              </a:rPr>
              <a:t>Given the ask for a classification of user claims, the data team looked at the counts of claims and opinions in order to understand the count of each type of video content.</a:t>
            </a:r>
            <a:endParaRPr b="0" i="0" sz="1400" u="none" cap="none" strike="noStrike">
              <a:solidFill>
                <a:schemeClr val="dk1"/>
              </a:solidFill>
              <a:latin typeface="Arial"/>
              <a:ea typeface="Arial"/>
              <a:cs typeface="Arial"/>
              <a:sym typeface="Arial"/>
            </a:endParaRPr>
          </a:p>
        </p:txBody>
      </p:sp>
      <p:sp>
        <p:nvSpPr>
          <p:cNvPr id="246" name="Google Shape;246;p10"/>
          <p:cNvSpPr txBox="1"/>
          <p:nvPr/>
        </p:nvSpPr>
        <p:spPr>
          <a:xfrm>
            <a:off x="281500" y="1269175"/>
            <a:ext cx="25293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1200" u="none" cap="none" strike="noStrike">
                <a:solidFill>
                  <a:schemeClr val="dk1"/>
                </a:solidFill>
                <a:latin typeface="Arial"/>
                <a:ea typeface="Arial"/>
                <a:cs typeface="Arial"/>
                <a:sym typeface="Arial"/>
              </a:rPr>
              <a:t>The TikTok data team seeks to develop a machine learning model to assist in the classification of claims for user submissions. To begin, the data team needs to organize the raw dataset and prepare it for future exploratory data analysis. </a:t>
            </a:r>
            <a:endParaRPr b="0" i="0" sz="1200" u="none" cap="none" strike="noStrike">
              <a:solidFill>
                <a:srgbClr val="000000"/>
              </a:solidFill>
              <a:latin typeface="Arial"/>
              <a:ea typeface="Arial"/>
              <a:cs typeface="Arial"/>
              <a:sym typeface="Arial"/>
            </a:endParaRPr>
          </a:p>
        </p:txBody>
      </p:sp>
      <p:sp>
        <p:nvSpPr>
          <p:cNvPr id="247" name="Google Shape;247;p10"/>
          <p:cNvSpPr txBox="1"/>
          <p:nvPr/>
        </p:nvSpPr>
        <p:spPr>
          <a:xfrm>
            <a:off x="156750" y="-15287"/>
            <a:ext cx="7458900" cy="5079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Arial"/>
                <a:ea typeface="Arial"/>
                <a:cs typeface="Arial"/>
                <a:sym typeface="Arial"/>
              </a:rPr>
              <a:t>Executive Summary</a:t>
            </a:r>
            <a:endParaRPr b="1" i="0" sz="2100" u="none" cap="none" strike="noStrike">
              <a:solidFill>
                <a:srgbClr val="000000"/>
              </a:solidFill>
              <a:latin typeface="Arial"/>
              <a:ea typeface="Arial"/>
              <a:cs typeface="Arial"/>
              <a:sym typeface="Arial"/>
            </a:endParaRPr>
          </a:p>
        </p:txBody>
      </p:sp>
      <p:sp>
        <p:nvSpPr>
          <p:cNvPr id="248" name="Google Shape;248;p10"/>
          <p:cNvSpPr txBox="1"/>
          <p:nvPr/>
        </p:nvSpPr>
        <p:spPr>
          <a:xfrm>
            <a:off x="1763100" y="490850"/>
            <a:ext cx="42462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PT Sans Narrow"/>
                <a:ea typeface="PT Sans Narrow"/>
                <a:cs typeface="PT Sans Narrow"/>
                <a:sym typeface="PT Sans Narrow"/>
              </a:rPr>
              <a:t>Milestone 2 of the TikTok Claims Classification Project</a:t>
            </a:r>
            <a:endParaRPr b="0" i="0" sz="1200" u="none" cap="none" strike="noStrike">
              <a:solidFill>
                <a:srgbClr val="000000"/>
              </a:solidFill>
              <a:latin typeface="PT Sans Narrow"/>
              <a:ea typeface="PT Sans Narrow"/>
              <a:cs typeface="PT Sans Narrow"/>
              <a:sym typeface="PT Sans Narrow"/>
            </a:endParaRPr>
          </a:p>
        </p:txBody>
      </p:sp>
      <p:sp>
        <p:nvSpPr>
          <p:cNvPr id="249" name="Google Shape;249;p10"/>
          <p:cNvSpPr txBox="1"/>
          <p:nvPr/>
        </p:nvSpPr>
        <p:spPr>
          <a:xfrm>
            <a:off x="226200" y="5670675"/>
            <a:ext cx="2886000" cy="256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The impact of this preliminary analysis will be evident in the next steps. </a:t>
            </a:r>
            <a:r>
              <a:rPr b="0" i="0" lang="en" sz="1200" u="none" cap="none" strike="noStrike">
                <a:solidFill>
                  <a:schemeClr val="dk1"/>
                </a:solidFill>
                <a:latin typeface="Arial"/>
                <a:ea typeface="Arial"/>
                <a:cs typeface="Arial"/>
                <a:sym typeface="Arial"/>
              </a:rPr>
              <a:t>In order to understand the impact of user videos, the data team identified two i</a:t>
            </a:r>
            <a:r>
              <a:rPr b="0" i="0" lang="en" sz="1200" u="none" cap="none" strike="noStrike">
                <a:solidFill>
                  <a:srgbClr val="000000"/>
                </a:solidFill>
                <a:latin typeface="Arial"/>
                <a:ea typeface="Arial"/>
                <a:cs typeface="Arial"/>
                <a:sym typeface="Arial"/>
              </a:rPr>
              <a:t>mportant variables to consider. The variables  video_duration (in seconds) and video_view_count are both important factors to consider for future prediction models.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dk1"/>
              </a:buClr>
              <a:buSzPts val="11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100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50" name="Google Shape;250;p10"/>
          <p:cNvSpPr txBox="1"/>
          <p:nvPr/>
        </p:nvSpPr>
        <p:spPr>
          <a:xfrm>
            <a:off x="129100" y="7793425"/>
            <a:ext cx="3951300" cy="23448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There is a near equal balance of opinions versus claims. With this understanding, we can proceed with our future analysis knowing that there is a fairly balanced amount of claims and opinions for the videos included within this dataset.</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100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With the key variables identified and the initial investigation of the claims classification dataset, the process of exploratory data analysis can begin.</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251" name="Google Shape;251;p10"/>
          <p:cNvSpPr txBox="1"/>
          <p:nvPr/>
        </p:nvSpPr>
        <p:spPr>
          <a:xfrm>
            <a:off x="4080350" y="9376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UNDERSTANDING THE DATA</a:t>
            </a:r>
            <a:endParaRPr b="0" i="0" sz="1400" u="none" cap="none" strike="noStrike">
              <a:solidFill>
                <a:srgbClr val="000000"/>
              </a:solidFill>
              <a:latin typeface="Arial"/>
              <a:ea typeface="Arial"/>
              <a:cs typeface="Arial"/>
              <a:sym typeface="Arial"/>
            </a:endParaRPr>
          </a:p>
        </p:txBody>
      </p:sp>
      <p:sp>
        <p:nvSpPr>
          <p:cNvPr id="252" name="Google Shape;252;p10"/>
          <p:cNvSpPr txBox="1"/>
          <p:nvPr/>
        </p:nvSpPr>
        <p:spPr>
          <a:xfrm>
            <a:off x="3221900" y="1262850"/>
            <a:ext cx="42462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After reviewing the provided dataset, the variable  claim_status seemed particularly useful, given the client’s proposed project. The following screenshots show important points of analysis required to understand the claim_status variable.</a:t>
            </a:r>
            <a:endParaRPr b="0" i="0" sz="1200" u="none" cap="none" strike="noStrike">
              <a:solidFill>
                <a:srgbClr val="000000"/>
              </a:solidFill>
              <a:latin typeface="Arial"/>
              <a:ea typeface="Arial"/>
              <a:cs typeface="Arial"/>
              <a:sym typeface="Arial"/>
            </a:endParaRPr>
          </a:p>
        </p:txBody>
      </p:sp>
      <p:pic>
        <p:nvPicPr>
          <p:cNvPr id="253" name="Google Shape;253;p10"/>
          <p:cNvPicPr preferRelativeResize="0"/>
          <p:nvPr/>
        </p:nvPicPr>
        <p:blipFill rotWithShape="1">
          <a:blip r:embed="rId3">
            <a:alphaModFix/>
          </a:blip>
          <a:srcRect b="0" l="0" r="0" t="0"/>
          <a:stretch/>
        </p:blipFill>
        <p:spPr>
          <a:xfrm>
            <a:off x="3349513" y="2441875"/>
            <a:ext cx="2886075" cy="895350"/>
          </a:xfrm>
          <a:prstGeom prst="rect">
            <a:avLst/>
          </a:prstGeom>
          <a:noFill/>
          <a:ln>
            <a:noFill/>
          </a:ln>
        </p:spPr>
      </p:pic>
      <p:sp>
        <p:nvSpPr>
          <p:cNvPr id="254" name="Google Shape;254;p10"/>
          <p:cNvSpPr txBox="1"/>
          <p:nvPr/>
        </p:nvSpPr>
        <p:spPr>
          <a:xfrm>
            <a:off x="3292550" y="3261025"/>
            <a:ext cx="4175400" cy="4402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Arial"/>
                <a:ea typeface="Arial"/>
                <a:cs typeface="Arial"/>
                <a:sym typeface="Arial"/>
              </a:rPr>
              <a:t>Note: </a:t>
            </a:r>
            <a:r>
              <a:rPr b="0" i="0" lang="en" sz="1200" u="none" cap="none" strike="noStrike">
                <a:solidFill>
                  <a:schemeClr val="dk1"/>
                </a:solidFill>
                <a:latin typeface="Arial"/>
                <a:ea typeface="Arial"/>
                <a:cs typeface="Arial"/>
                <a:sym typeface="Arial"/>
              </a:rPr>
              <a:t>The counts of each claim status are quite balanced. There are 9,608 claims and 9,476 opinions.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ENGAGEMENT TRENDS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The data team considered viewer engagement with each video in the claim and opinion categories. In order to understand viewer engagement, the data team considered the view count. The mean and median view count show the impact of each category of video; specifically, the mean and median view counts for both categories show the association between content (claim or opinion) and the video views.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Arial"/>
                <a:ea typeface="Arial"/>
                <a:cs typeface="Arial"/>
                <a:sym typeface="Arial"/>
              </a:rPr>
              <a:t>Claims:</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050"/>
              <a:buFont typeface="Arial"/>
              <a:buNone/>
            </a:pPr>
            <a:r>
              <a:rPr b="0" i="0" lang="en" sz="1050" u="none" cap="none" strike="noStrike">
                <a:solidFill>
                  <a:schemeClr val="accent2"/>
                </a:solidFill>
                <a:highlight>
                  <a:srgbClr val="FFFFFF"/>
                </a:highlight>
                <a:latin typeface="Courier New"/>
                <a:ea typeface="Courier New"/>
                <a:cs typeface="Courier New"/>
                <a:sym typeface="Courier New"/>
              </a:rPr>
              <a:t>Mean view count claims: 501029.4527477102</a:t>
            </a:r>
            <a:endParaRPr b="0" i="0" sz="1050" u="none" cap="none" strike="noStrike">
              <a:solidFill>
                <a:schemeClr val="accent2"/>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chemeClr val="accent2"/>
                </a:solidFill>
                <a:highlight>
                  <a:srgbClr val="FFFFFF"/>
                </a:highlight>
                <a:latin typeface="Courier New"/>
                <a:ea typeface="Courier New"/>
                <a:cs typeface="Courier New"/>
                <a:sym typeface="Courier New"/>
              </a:rPr>
              <a:t>Median view count claims: 501555.0</a:t>
            </a:r>
            <a:endParaRPr b="0" i="0" sz="1050" u="none" cap="none" strike="noStrike">
              <a:solidFill>
                <a:schemeClr val="accent2"/>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accent2"/>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Arial"/>
                <a:ea typeface="Arial"/>
                <a:cs typeface="Arial"/>
                <a:sym typeface="Arial"/>
              </a:rPr>
              <a:t>Opinions:</a:t>
            </a:r>
            <a:endParaRPr b="0" i="0" sz="850" u="none" cap="none" strike="noStrike">
              <a:solidFill>
                <a:schemeClr val="accent2"/>
              </a:solidFill>
              <a:highlight>
                <a:srgbClr val="FFFFFF"/>
              </a:highlight>
              <a:latin typeface="Courier New"/>
              <a:ea typeface="Courier New"/>
              <a:cs typeface="Courier New"/>
              <a:sym typeface="Courier New"/>
            </a:endParaRPr>
          </a:p>
          <a:p>
            <a:pPr indent="0" lvl="0" marL="0" marR="0" rtl="0" algn="l">
              <a:lnSpc>
                <a:spcPct val="100000"/>
              </a:lnSpc>
              <a:spcBef>
                <a:spcPts val="1000"/>
              </a:spcBef>
              <a:spcAft>
                <a:spcPts val="0"/>
              </a:spcAft>
              <a:buClr>
                <a:srgbClr val="000000"/>
              </a:buClr>
              <a:buSzPts val="1050"/>
              <a:buFont typeface="Arial"/>
              <a:buNone/>
            </a:pPr>
            <a:r>
              <a:rPr b="0" i="0" lang="en" sz="1050" u="none" cap="none" strike="noStrike">
                <a:solidFill>
                  <a:schemeClr val="accent2"/>
                </a:solidFill>
                <a:highlight>
                  <a:srgbClr val="FFFFFF"/>
                </a:highlight>
                <a:latin typeface="Courier New"/>
                <a:ea typeface="Courier New"/>
                <a:cs typeface="Courier New"/>
                <a:sym typeface="Courier New"/>
              </a:rPr>
              <a:t>Mean view count opinions: 4956.43224989447</a:t>
            </a:r>
            <a:endParaRPr b="0" i="0" sz="1050" u="none" cap="none" strike="noStrike">
              <a:solidFill>
                <a:schemeClr val="accent2"/>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chemeClr val="accent2"/>
                </a:solidFill>
                <a:highlight>
                  <a:srgbClr val="FFFFFF"/>
                </a:highlight>
                <a:latin typeface="Courier New"/>
                <a:ea typeface="Courier New"/>
                <a:cs typeface="Courier New"/>
                <a:sym typeface="Courier New"/>
              </a:rPr>
              <a:t>Median view count opinions: 4953.0</a:t>
            </a:r>
            <a:endParaRPr b="0" i="0" sz="1050" u="none" cap="none" strike="noStrike">
              <a:solidFill>
                <a:schemeClr val="accent2"/>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accent2"/>
              </a:solidFill>
              <a:highlight>
                <a:srgbClr val="FFFFFF"/>
              </a:highlight>
              <a:latin typeface="Courier New"/>
              <a:ea typeface="Courier New"/>
              <a:cs typeface="Courier New"/>
              <a:sym typeface="Courier New"/>
            </a:endParaRPr>
          </a:p>
        </p:txBody>
      </p:sp>
      <p:sp>
        <p:nvSpPr>
          <p:cNvPr id="255" name="Google Shape;255;p10"/>
          <p:cNvSpPr txBox="1"/>
          <p:nvPr/>
        </p:nvSpPr>
        <p:spPr>
          <a:xfrm>
            <a:off x="4156600" y="7517975"/>
            <a:ext cx="30000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05000"/>
              </a:lnSpc>
              <a:spcBef>
                <a:spcPts val="0"/>
              </a:spcBef>
              <a:spcAft>
                <a:spcPts val="0"/>
              </a:spcAft>
              <a:buClr>
                <a:srgbClr val="000000"/>
              </a:buClr>
              <a:buSzPts val="600"/>
              <a:buFont typeface="Arial"/>
              <a:buNone/>
            </a:pPr>
            <a:r>
              <a:rPr b="0" i="1" lang="en" sz="600" u="none" cap="none" strike="noStrike">
                <a:solidFill>
                  <a:srgbClr val="444746"/>
                </a:solidFill>
                <a:highlight>
                  <a:schemeClr val="lt1"/>
                </a:highlight>
                <a:latin typeface="Arial"/>
                <a:ea typeface="Arial"/>
                <a:cs typeface="Arial"/>
                <a:sym typeface="Arial"/>
              </a:rPr>
              <a:t>Pie chart visualizes the comparison of the count of claims and opinions</a:t>
            </a:r>
            <a:endParaRPr b="0" i="1" sz="600" u="none" cap="none" strike="noStrike">
              <a:solidFill>
                <a:schemeClr val="dk1"/>
              </a:solidFill>
              <a:latin typeface="Lato"/>
              <a:ea typeface="Lato"/>
              <a:cs typeface="Lato"/>
              <a:sym typeface="Lato"/>
            </a:endParaRPr>
          </a:p>
        </p:txBody>
      </p:sp>
      <p:pic>
        <p:nvPicPr>
          <p:cNvPr id="256" name="Google Shape;256;p10"/>
          <p:cNvPicPr preferRelativeResize="0"/>
          <p:nvPr/>
        </p:nvPicPr>
        <p:blipFill rotWithShape="1">
          <a:blip r:embed="rId4">
            <a:alphaModFix/>
          </a:blip>
          <a:srcRect b="0" l="0" r="0" t="0"/>
          <a:stretch/>
        </p:blipFill>
        <p:spPr>
          <a:xfrm>
            <a:off x="4250262" y="7681722"/>
            <a:ext cx="2429937" cy="2376678"/>
          </a:xfrm>
          <a:prstGeom prst="rect">
            <a:avLst/>
          </a:prstGeom>
          <a:noFill/>
          <a:ln>
            <a:noFill/>
          </a:ln>
        </p:spPr>
      </p:pic>
      <p:pic>
        <p:nvPicPr>
          <p:cNvPr id="257" name="Google Shape;257;p10"/>
          <p:cNvPicPr preferRelativeResize="0"/>
          <p:nvPr/>
        </p:nvPicPr>
        <p:blipFill>
          <a:blip r:embed="rId5">
            <a:alphaModFix/>
          </a:blip>
          <a:stretch>
            <a:fillRect/>
          </a:stretch>
        </p:blipFill>
        <p:spPr>
          <a:xfrm>
            <a:off x="6849340" y="-15275"/>
            <a:ext cx="849984" cy="895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