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PT Sans Narrow"/>
      <p:regular r:id="rId18"/>
      <p:bold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PTSansNarrow-bold.fntdata"/><Relationship Id="rId18" Type="http://schemas.openxmlformats.org/officeDocument/2006/relationships/font" Target="fonts/PTSans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3" name="Google Shape;1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23;p3"/>
          <p:cNvCxnSpPr>
            <a:stCxn id="1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" name="Google Shape;25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" name="Google Shape;26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9" name="Google Shape;29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2" name="Google Shape;32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8" name="Google Shape;3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4" name="Google Shape;4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" name="Google Shape;48;p3"/>
          <p:cNvCxnSpPr>
            <a:stCxn id="3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" name="Google Shape;50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1" name="Google Shape;51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4" name="Google Shape;54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7" name="Google Shape;57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4"/>
          <p:cNvCxnSpPr>
            <a:stCxn id="65" idx="1"/>
          </p:cNvCxnSpPr>
          <p:nvPr/>
        </p:nvCxnSpPr>
        <p:spPr>
          <a:xfrm>
            <a:off x="3033473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" name="Google Shape;66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67" name="Google Shape;67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2" name="Google Shape;72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1" name="Google Shape;81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1" name="Google Shape;91;p4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2" name="Google Shape;92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96" name="Google Shape;96;p4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9" name="Google Shape;99;p4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0" name="Google Shape;100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4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4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05" name="Google Shape;105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4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5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>
            <a:stCxn id="111" idx="0"/>
          </p:cNvCxnSpPr>
          <p:nvPr/>
        </p:nvCxnSpPr>
        <p:spPr>
          <a:xfrm flipH="1">
            <a:off x="172020" y="13608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5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111" name="Google Shape;11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5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117" name="Google Shape;11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2" name="Google Shape;122;p5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123" name="Google Shape;123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5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6" name="Google Shape;126;p5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127" name="Google Shape;127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5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131" name="Google Shape;131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5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134" name="Google Shape;134;p5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b="0" i="0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5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1" name="Google Shape;141;p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6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" name="Google Shape;144;p6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45" name="Google Shape;145;p6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6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7" name="Google Shape;147;p6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" name="Google Shape;150;p6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51" name="Google Shape;151;p6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56" name="Google Shape;156;p6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61" name="Google Shape;161;p6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6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66" name="Google Shape;166;p6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6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7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81" name="Google Shape;181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7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86" name="Google Shape;18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7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96" name="Google Shape;19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7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8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205" name="Google Shape;205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8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210" name="Google Shape;210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8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8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219" name="Google Shape;219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8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31" name="Google Shape;23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37" name="Google Shape;23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1" name="Google Shape;241;p10"/>
          <p:cNvCxnSpPr>
            <a:stCxn id="231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44" name="Google Shape;244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47" name="Google Shape;247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50" name="Google Shape;250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56" name="Google Shape;25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62" name="Google Shape;26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6" name="Google Shape;266;p10"/>
          <p:cNvCxnSpPr>
            <a:stCxn id="256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8" name="Google Shape;268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9" name="Google Shape;269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72" name="Google Shape;272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75" name="Google Shape;275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82" name="Google Shape;282;p10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11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1"/>
          <p:cNvCxnSpPr>
            <a:stCxn id="287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8" name="Google Shape;288;p11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287" name="Google Shape;287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93" name="Google Shape;29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11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1"/>
          <p:cNvCxnSpPr>
            <a:stCxn id="303" idx="0"/>
          </p:cNvCxnSpPr>
          <p:nvPr/>
        </p:nvCxnSpPr>
        <p:spPr>
          <a:xfrm flipH="1">
            <a:off x="172020" y="9036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4" name="Google Shape;304;p11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303" name="Google Shape;30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309" name="Google Shape;309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5" name="Google Shape;315;p11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316" name="Google Shape;316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11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9" name="Google Shape;319;p11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320" name="Google Shape;320;p11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1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3" name="Google Shape;323;p11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324" name="Google Shape;324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11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8" name="Google Shape;328;p11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329" name="Google Shape;329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11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1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12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8" name="Google Shape;338;p12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339" name="Google Shape;339;p12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2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41" name="Google Shape;341;p12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2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2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12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45" name="Google Shape;345;p12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2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50" name="Google Shape;350;p12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55" name="Google Shape;355;p12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12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60" name="Google Shape;360;p12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12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75" name="Google Shape;375;p12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13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81" name="Google Shape;381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13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86" name="Google Shape;38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3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96" name="Google Shape;39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3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402" name="Google Shape;402;p13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6" name="Google Shape;406;p14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407" name="Google Shape;407;p14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408" name="Google Shape;408;p14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 summary templates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Layout dropdown menu to select a template or build your own using these layouts as inspiration.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b="0" i="0" lang="en" sz="13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