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10058400" cx="77724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PT Sans Narrow"/>
      <p:regular r:id="rId18"/>
      <p:bold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Work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WorkSa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WorkSans-italic.fntdata"/><Relationship Id="rId25" Type="http://schemas.openxmlformats.org/officeDocument/2006/relationships/font" Target="fonts/WorkSans-bold.fntdata"/><Relationship Id="rId27" Type="http://schemas.openxmlformats.org/officeDocument/2006/relationships/font" Target="fonts/Work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PTSansNarrow-bold.fntdata"/><Relationship Id="rId18" Type="http://schemas.openxmlformats.org/officeDocument/2006/relationships/font" Target="fonts/PTSansNa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3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3" name="Google Shape;13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3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" name="Google Shape;23;p3"/>
          <p:cNvCxnSpPr>
            <a:stCxn id="1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" name="Google Shape;25;p3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6" name="Google Shape;26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9" name="Google Shape;29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2" name="Google Shape;32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3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37;p3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8" name="Google Shape;3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3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3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4" name="Google Shape;4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8" name="Google Shape;48;p3"/>
          <p:cNvCxnSpPr>
            <a:stCxn id="3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3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0" name="Google Shape;50;p3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1" name="Google Shape;51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4" name="Google Shape;54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7" name="Google Shape;57;p3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4"/>
          <p:cNvCxnSpPr>
            <a:stCxn id="65" idx="1"/>
          </p:cNvCxnSpPr>
          <p:nvPr/>
        </p:nvCxnSpPr>
        <p:spPr>
          <a:xfrm>
            <a:off x="3033473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" name="Google Shape;66;p4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67" name="Google Shape;67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4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2" name="Google Shape;72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4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4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1" name="Google Shape;81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Google Shape;85;p4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4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1" name="Google Shape;91;p4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2" name="Google Shape;92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4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5" name="Google Shape;95;p4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96" name="Google Shape;96;p4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4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9" name="Google Shape;99;p4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0" name="Google Shape;100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4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4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05" name="Google Shape;105;p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4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p5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5"/>
          <p:cNvCxnSpPr>
            <a:stCxn id="111" idx="0"/>
          </p:cNvCxnSpPr>
          <p:nvPr/>
        </p:nvCxnSpPr>
        <p:spPr>
          <a:xfrm flipH="1">
            <a:off x="172020" y="1360807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" name="Google Shape;112;p5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111" name="Google Shape;111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5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117" name="Google Shape;11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22" name="Google Shape;122;p5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123" name="Google Shape;123;p5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5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26" name="Google Shape;126;p5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127" name="Google Shape;127;p5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p5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30" name="Google Shape;130;p5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131" name="Google Shape;131;p5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5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134" name="Google Shape;134;p5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b="0" i="0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" name="Google Shape;139;p5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41" name="Google Shape;141;p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6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4" name="Google Shape;144;p6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45" name="Google Shape;145;p6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6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47" name="Google Shape;147;p6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6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6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0" name="Google Shape;150;p6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51" name="Google Shape;151;p6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6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56" name="Google Shape;156;p6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6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61" name="Google Shape;161;p6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6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66" name="Google Shape;166;p6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6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STATUS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7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81" name="Google Shape;181;p7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7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86" name="Google Shape;186;p7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" name="Google Shape;190;p7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7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96" name="Google Shape;196;p7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7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" name="Google Shape;204;p8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205" name="Google Shape;205;p8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8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8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8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8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210" name="Google Shape;210;p8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8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8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49803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Overview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8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219" name="Google Shape;219;p8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8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0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31" name="Google Shape;23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" name="Google Shape;235;p10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10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37" name="Google Shape;23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1" name="Google Shape;241;p10"/>
          <p:cNvCxnSpPr>
            <a:stCxn id="231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10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3" name="Google Shape;243;p10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44" name="Google Shape;244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10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47" name="Google Shape;247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10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50" name="Google Shape;250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p10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10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56" name="Google Shape;25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p10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" name="Google Shape;261;p10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62" name="Google Shape;26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6" name="Google Shape;266;p10"/>
          <p:cNvCxnSpPr>
            <a:stCxn id="256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10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8" name="Google Shape;268;p10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69" name="Google Shape;269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10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72" name="Google Shape;272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10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75" name="Google Shape;275;p10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0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10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0" i="0" sz="1900" u="none" cap="none" strike="noStrike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82" name="Google Shape;282;p10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0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5" name="Google Shape;285;p11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11"/>
          <p:cNvCxnSpPr>
            <a:stCxn id="287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8" name="Google Shape;288;p11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287" name="Google Shape;287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93" name="Google Shape;293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7" name="Google Shape;297;p11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1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11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11"/>
          <p:cNvCxnSpPr>
            <a:stCxn id="303" idx="0"/>
          </p:cNvCxnSpPr>
          <p:nvPr/>
        </p:nvCxnSpPr>
        <p:spPr>
          <a:xfrm flipH="1">
            <a:off x="172020" y="903607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4" name="Google Shape;304;p11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303" name="Google Shape;303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11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309" name="Google Shape;309;p11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1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1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1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11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CFB9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1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15" name="Google Shape;315;p11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316" name="Google Shape;316;p11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8" name="Google Shape;318;p11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19" name="Google Shape;319;p11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320" name="Google Shape;320;p11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11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23" name="Google Shape;323;p11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324" name="Google Shape;324;p11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11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b="0" i="0" sz="15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28" name="Google Shape;328;p11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329" name="Google Shape;329;p11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1" name="Google Shape;331;p11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1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7" name="Google Shape;337;p12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8" name="Google Shape;338;p12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339" name="Google Shape;339;p12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0" name="Google Shape;340;p12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41" name="Google Shape;341;p12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12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12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4" name="Google Shape;344;p12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45" name="Google Shape;345;p12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2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2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p12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50" name="Google Shape;350;p12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2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2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2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4" name="Google Shape;354;p12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55" name="Google Shape;355;p12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2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2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2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9" name="Google Shape;359;p12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60" name="Google Shape;360;p12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2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2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2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p12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2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STATUS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2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INSIGHTS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2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2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2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75" name="Google Shape;375;p12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2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0" name="Google Shape;380;p13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81" name="Google Shape;381;p1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5" name="Google Shape;385;p13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86" name="Google Shape;386;p1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13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5" name="Google Shape;395;p13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96" name="Google Shape;396;p1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0" name="Google Shape;400;p13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here to edit title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b="0" i="0" sz="1200" u="none" cap="none" strike="noStrike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402" name="Google Shape;402;p13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3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b="0" i="0" sz="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06" name="Google Shape;406;p14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407" name="Google Shape;407;p14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408" name="Google Shape;408;p14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/>
        </p:nvSpPr>
        <p:spPr>
          <a:xfrm>
            <a:off x="428625" y="4256675"/>
            <a:ext cx="7077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Executive summary templates</a:t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"/>
          <p:cNvSpPr txBox="1"/>
          <p:nvPr/>
        </p:nvSpPr>
        <p:spPr>
          <a:xfrm>
            <a:off x="428625" y="4866275"/>
            <a:ext cx="7077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the Layout dropdown menu to select a template or build your own using these layouts as inspiration.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 txBox="1"/>
          <p:nvPr/>
        </p:nvSpPr>
        <p:spPr>
          <a:xfrm>
            <a:off x="188700" y="1533300"/>
            <a:ext cx="36975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b="0" i="0" lang="en" sz="13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287625" y="1859125"/>
            <a:ext cx="73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7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7"/>
          <p:cNvSpPr txBox="1"/>
          <p:nvPr/>
        </p:nvSpPr>
        <p:spPr>
          <a:xfrm>
            <a:off x="4583375" y="595602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4" name="Google Shape;424;p17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25" name="Google Shape;425;p17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7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8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8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8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3552100" y="4052775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35" name="Google Shape;435;p18"/>
          <p:cNvGrpSpPr/>
          <p:nvPr/>
        </p:nvGrpSpPr>
        <p:grpSpPr>
          <a:xfrm>
            <a:off x="176650" y="131675"/>
            <a:ext cx="5190000" cy="771300"/>
            <a:chOff x="188700" y="665125"/>
            <a:chExt cx="5190000" cy="771300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443" name="Google Shape;443;p19"/>
          <p:cNvSpPr txBox="1"/>
          <p:nvPr/>
        </p:nvSpPr>
        <p:spPr>
          <a:xfrm>
            <a:off x="4467025" y="80247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44" name="Google Shape;444;p19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45" name="Google Shape;445;p19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9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0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52" name="Google Shape;452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3" name="Google Shape;453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1"/>
          <p:cNvSpPr txBox="1"/>
          <p:nvPr/>
        </p:nvSpPr>
        <p:spPr>
          <a:xfrm>
            <a:off x="4467025" y="6764100"/>
            <a:ext cx="3006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1" lang="en" sz="1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Image Alt-Text Here</a:t>
            </a:r>
            <a:endParaRPr b="0" i="1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21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461" name="Google Shape;461;p21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2" name="Google Shape;462;p21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1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2"/>
          <p:cNvGrpSpPr/>
          <p:nvPr/>
        </p:nvGrpSpPr>
        <p:grpSpPr>
          <a:xfrm>
            <a:off x="188700" y="665125"/>
            <a:ext cx="5190000" cy="771300"/>
            <a:chOff x="188700" y="665125"/>
            <a:chExt cx="5190000" cy="771300"/>
          </a:xfrm>
        </p:grpSpPr>
        <p:sp>
          <p:nvSpPr>
            <p:cNvPr id="469" name="Google Shape;469;p22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49803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marR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Title</a:t>
              </a:r>
              <a:endPara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2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Subtitle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