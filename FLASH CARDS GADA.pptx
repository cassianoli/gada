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af6ec420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af6ec420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4ff7c7c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4ff7c7c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af6ec420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af6ec420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cxSOOIyqTB0XODKbMPnPYI7v6-yCRUx9/view?usp=drive_link" TargetMode="External"/><Relationship Id="rId10" Type="http://schemas.openxmlformats.org/officeDocument/2006/relationships/hyperlink" Target="https://docs.google.com/presentation/d/1CTBOS24U7HTdAsR60Hb59EPXqehcc2h6Q1pcMoIkiWg/edit?usp=drive_link" TargetMode="External"/><Relationship Id="rId13" Type="http://schemas.openxmlformats.org/officeDocument/2006/relationships/hyperlink" Target="https://docs.google.com/document/d/11hlTjNzRRc_BPudIzl1RX9ASKs_n0NqGNvgDGhNxbpI/edit?usp=drive_link" TargetMode="External"/><Relationship Id="rId12" Type="http://schemas.openxmlformats.org/officeDocument/2006/relationships/hyperlink" Target="https://drive.google.com/file/d/12md-HkxtxSpB8PdcvUSMb3T6J27UXT_W/view?usp=driv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LTtGViw6yZKRcPKxRHDI3kNRr47eq4CJ80q3WVUUS2Y/edit?usp=drive_link" TargetMode="External"/><Relationship Id="rId9" Type="http://schemas.openxmlformats.org/officeDocument/2006/relationships/hyperlink" Target="https://docs.google.com/presentation/d/1nxUPzuYvzoB7nhcBadZfL_Qa0S74Zh6tzkwNH1c8418/edit?usp=drive_link" TargetMode="External"/><Relationship Id="rId15" Type="http://schemas.openxmlformats.org/officeDocument/2006/relationships/hyperlink" Target="https://docs.google.com/document/d/11hlTjNzRRc_BPudIzl1RX9ASKs_n0NqGNvgDGhNxbpI/edit?tab=t.0" TargetMode="External"/><Relationship Id="rId14" Type="http://schemas.openxmlformats.org/officeDocument/2006/relationships/hyperlink" Target="https://docs.google.com/presentation/d/1CJgCyDkoAO7lUI2dElCR_1P0LPuDTB9vzGaIIpeOfbQ/edit?slide=id.p1#slide=id.p1" TargetMode="External"/><Relationship Id="rId17" Type="http://schemas.openxmlformats.org/officeDocument/2006/relationships/hyperlink" Target="https://drive.google.com/file/d/1cxSOOIyqTB0XODKbMPnPYI7v6-yCRUx9/view?usp=drive_link" TargetMode="External"/><Relationship Id="rId16" Type="http://schemas.openxmlformats.org/officeDocument/2006/relationships/hyperlink" Target="https://docs.google.com/presentation/d/1CJgCyDkoAO7lUI2dElCR_1P0LPuDTB9vzGaIIpeOfbQ/edit?slide=id.p1#slide=id.p1" TargetMode="External"/><Relationship Id="rId5" Type="http://schemas.openxmlformats.org/officeDocument/2006/relationships/hyperlink" Target="https://docs.google.com/document/d/1mN3CNUJjozkkZLO19xJGv9YsBF3XgqeuyetSm3uUSzg/edit?usp=drive_link" TargetMode="External"/><Relationship Id="rId6" Type="http://schemas.openxmlformats.org/officeDocument/2006/relationships/hyperlink" Target="https://docs.google.com/document/d/1MkOff4jFmEYmNMF6-1bd6z1nIUZ74zXO_iICaJ1__7A/edit?usp=drive_link" TargetMode="External"/><Relationship Id="rId7" Type="http://schemas.openxmlformats.org/officeDocument/2006/relationships/hyperlink" Target="https://docs.google.com/document/d/16TDke0OtGsTibbMCAeAiRkW717UrkRfKi4MaXao0hoc/edit?usp=drive_link" TargetMode="External"/><Relationship Id="rId8" Type="http://schemas.openxmlformats.org/officeDocument/2006/relationships/hyperlink" Target="https://docs.google.com/document/d/1xqUwcoaOtcYnV_Nyv1Keywono_vZTle90pHkZwRFfhQ/edit?usp=drive_link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cHqRjLf1oRnTfJaacXSmY8u5q1WgTVt4/view?usp=drive_link" TargetMode="External"/><Relationship Id="rId10" Type="http://schemas.openxmlformats.org/officeDocument/2006/relationships/hyperlink" Target="https://docs.google.com/presentation/d/1qMydny6Il_SggMdVqEWRYxFXLxSShiY02j3Vq6NJ2UA/edit?usp=drive_link" TargetMode="External"/><Relationship Id="rId12" Type="http://schemas.openxmlformats.org/officeDocument/2006/relationships/hyperlink" Target="https://drive.google.com/file/d/1gNK13UMpRLmOoDDPBz-MxuAJsw0gmkSO/view?usp=driv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2M1PbnYUM3-uj03tA_7l5d6NICSP9d-UxyUVuZRcECA/edit?usp=drive_link" TargetMode="External"/><Relationship Id="rId9" Type="http://schemas.openxmlformats.org/officeDocument/2006/relationships/hyperlink" Target="https://docs.google.com/presentation/d/1b-pFEDXzafbAMEBE8T482h8LljiRds0fnQeIsXBYuP0/edit?usp=drive_link" TargetMode="External"/><Relationship Id="rId5" Type="http://schemas.openxmlformats.org/officeDocument/2006/relationships/hyperlink" Target="https://docs.google.com/document/d/1jMr0J0z-GWnd7T8xEIkysppQNq9qeKiNnED4ZsG2_zQ/edit?usp=drive_link" TargetMode="External"/><Relationship Id="rId6" Type="http://schemas.openxmlformats.org/officeDocument/2006/relationships/hyperlink" Target="https://docs.google.com/document/d/1U5bLEPOkuALQOw8aIdbs1X_E3FnjB1BgEZAewVCz6mA/edit?usp=drive_link" TargetMode="External"/><Relationship Id="rId7" Type="http://schemas.openxmlformats.org/officeDocument/2006/relationships/hyperlink" Target="https://docs.google.com/document/d/1vT4ba_C5axXKo60XJiQvEYY3_Xfg3NHemEiqUNiL4s8/edit?usp=drive_link" TargetMode="External"/><Relationship Id="rId8" Type="http://schemas.openxmlformats.org/officeDocument/2006/relationships/hyperlink" Target="https://docs.google.com/document/d/1JIPICVI9jxkxH2xU-LQRNEjXcNdh7B6PNKNtV_8haUs/edit?usp=drive_link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bNM7v5EcJIeNa6STpNu1T3W9-9A-MJm5/view?usp=drive_link" TargetMode="External"/><Relationship Id="rId10" Type="http://schemas.openxmlformats.org/officeDocument/2006/relationships/hyperlink" Target="https://drive.google.com/file/d/1YmVTsE6QlchSsNXM-0yhg7j7tmqBRGE6/view?usp=driv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nVI7KfgbLRiirdWyHvB2nWeT4XeS8I1AfsmZsTC1nP8/edit?usp=drive_link" TargetMode="External"/><Relationship Id="rId9" Type="http://schemas.openxmlformats.org/officeDocument/2006/relationships/hyperlink" Target="https://docs.google.com/presentation/d/11shTwRnWDr_3GsDozeamPACIvC_zsLYnLkVXesfEzXQ/edit?usp=drive_link" TargetMode="External"/><Relationship Id="rId5" Type="http://schemas.openxmlformats.org/officeDocument/2006/relationships/hyperlink" Target="https://docs.google.com/document/d/1LJkZqoyiYGRYOTOw7ZZIPaDV3LF7IFunZCyxAZGMxUM/edit?usp=drive_link" TargetMode="External"/><Relationship Id="rId6" Type="http://schemas.openxmlformats.org/officeDocument/2006/relationships/hyperlink" Target="https://docs.google.com/document/d/1yvaN0lnlS_NzcGUKd1Qyq76Jbk7ZWHB6jMHNjdiqtsM/edit?usp=drive_link" TargetMode="External"/><Relationship Id="rId7" Type="http://schemas.openxmlformats.org/officeDocument/2006/relationships/hyperlink" Target="https://docs.google.com/document/d/1bOW1Vuyt0rc4z-G-vc4UZAVTFxi4aDqsn5VCRUBIibM/edit?usp=drive_link" TargetMode="External"/><Relationship Id="rId8" Type="http://schemas.openxmlformats.org/officeDocument/2006/relationships/hyperlink" Target="https://docs.google.com/document/d/1-dpgo1oKliC4JV79XhUOivJIJPjg_0ZVyAnA_WD-vQA/edit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4412"/>
            <a:ext cx="8839200" cy="1812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2" cy="148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20223" l="4264" r="86382" t="0"/>
          <a:stretch/>
        </p:blipFill>
        <p:spPr>
          <a:xfrm>
            <a:off x="528088" y="827575"/>
            <a:ext cx="82677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5357" l="31044" r="58912" t="0"/>
          <a:stretch/>
        </p:blipFill>
        <p:spPr>
          <a:xfrm>
            <a:off x="2546638" y="767388"/>
            <a:ext cx="887724" cy="17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20223" l="18394" r="73336" t="0"/>
          <a:stretch/>
        </p:blipFill>
        <p:spPr>
          <a:xfrm>
            <a:off x="1585226" y="827575"/>
            <a:ext cx="731048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7512" l="45864" r="44783" t="0"/>
          <a:stretch/>
        </p:blipFill>
        <p:spPr>
          <a:xfrm>
            <a:off x="3856199" y="803025"/>
            <a:ext cx="826776" cy="1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1995" l="71811" r="17064" t="0"/>
          <a:stretch/>
        </p:blipFill>
        <p:spPr>
          <a:xfrm>
            <a:off x="6427377" y="803013"/>
            <a:ext cx="983448" cy="159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4721864" y="827588"/>
            <a:ext cx="1475150" cy="1594650"/>
            <a:chOff x="5250825" y="412825"/>
            <a:chExt cx="1475150" cy="1594650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3">
              <a:alphaModFix/>
            </a:blip>
            <a:srcRect b="11995" l="56910" r="30191" t="0"/>
            <a:stretch/>
          </p:blipFill>
          <p:spPr>
            <a:xfrm>
              <a:off x="5451000" y="412825"/>
              <a:ext cx="1140100" cy="15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4"/>
            <p:cNvSpPr/>
            <p:nvPr/>
          </p:nvSpPr>
          <p:spPr>
            <a:xfrm>
              <a:off x="5250825" y="876100"/>
              <a:ext cx="321900" cy="452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6404075" y="805450"/>
              <a:ext cx="321900" cy="64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5357" l="85839" r="4118" t="0"/>
          <a:stretch/>
        </p:blipFill>
        <p:spPr>
          <a:xfrm>
            <a:off x="7641188" y="803025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696550" y="143550"/>
            <a:ext cx="375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SCENARIO AUTOMATIDATA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1" name="Google Shape;71;p14"/>
          <p:cNvCxnSpPr/>
          <p:nvPr/>
        </p:nvCxnSpPr>
        <p:spPr>
          <a:xfrm flipH="1">
            <a:off x="3643913" y="737050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4"/>
          <p:cNvCxnSpPr/>
          <p:nvPr/>
        </p:nvCxnSpPr>
        <p:spPr>
          <a:xfrm flipH="1">
            <a:off x="251328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4"/>
          <p:cNvCxnSpPr/>
          <p:nvPr/>
        </p:nvCxnSpPr>
        <p:spPr>
          <a:xfrm flipH="1">
            <a:off x="142953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>
            <a:off x="75246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flipH="1">
            <a:off x="624946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flipH="1">
            <a:off x="48577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4"/>
          <p:cNvSpPr/>
          <p:nvPr/>
        </p:nvSpPr>
        <p:spPr>
          <a:xfrm>
            <a:off x="528088" y="24673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>
            <a:hlinkClick r:id="rId4"/>
          </p:cNvPr>
          <p:cNvSpPr txBox="1"/>
          <p:nvPr/>
        </p:nvSpPr>
        <p:spPr>
          <a:xfrm>
            <a:off x="497647" y="24255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79" name="Google Shape;79;p14"/>
          <p:cNvSpPr/>
          <p:nvPr/>
        </p:nvSpPr>
        <p:spPr>
          <a:xfrm>
            <a:off x="458452" y="2912175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>
            <a:hlinkClick r:id="rId5"/>
          </p:cNvPr>
          <p:cNvSpPr txBox="1"/>
          <p:nvPr/>
        </p:nvSpPr>
        <p:spPr>
          <a:xfrm>
            <a:off x="458453" y="2870325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81" name="Google Shape;81;p14"/>
          <p:cNvSpPr/>
          <p:nvPr/>
        </p:nvSpPr>
        <p:spPr>
          <a:xfrm>
            <a:off x="81225" y="75425"/>
            <a:ext cx="139200" cy="130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155099" y="-5575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My Project</a:t>
            </a:r>
            <a:endParaRPr sz="300"/>
          </a:p>
        </p:txBody>
      </p:sp>
      <p:sp>
        <p:nvSpPr>
          <p:cNvPr id="83" name="Google Shape;83;p14"/>
          <p:cNvSpPr/>
          <p:nvPr/>
        </p:nvSpPr>
        <p:spPr>
          <a:xfrm>
            <a:off x="81225" y="287850"/>
            <a:ext cx="139200" cy="130500"/>
          </a:xfrm>
          <a:prstGeom prst="ellipse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155099" y="20685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Exemplar</a:t>
            </a:r>
            <a:endParaRPr sz="300"/>
          </a:p>
        </p:txBody>
      </p:sp>
      <p:sp>
        <p:nvSpPr>
          <p:cNvPr id="85" name="Google Shape;85;p14"/>
          <p:cNvSpPr/>
          <p:nvPr/>
        </p:nvSpPr>
        <p:spPr>
          <a:xfrm>
            <a:off x="497613" y="3463925"/>
            <a:ext cx="8268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>
            <a:hlinkClick r:id="rId6"/>
          </p:cNvPr>
          <p:cNvSpPr txBox="1"/>
          <p:nvPr/>
        </p:nvSpPr>
        <p:spPr>
          <a:xfrm>
            <a:off x="467172" y="34220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87" name="Google Shape;87;p14"/>
          <p:cNvSpPr/>
          <p:nvPr/>
        </p:nvSpPr>
        <p:spPr>
          <a:xfrm>
            <a:off x="476455" y="3882650"/>
            <a:ext cx="869033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>
            <a:hlinkClick r:id="rId7"/>
          </p:cNvPr>
          <p:cNvSpPr txBox="1"/>
          <p:nvPr/>
        </p:nvSpPr>
        <p:spPr>
          <a:xfrm>
            <a:off x="392157" y="3840800"/>
            <a:ext cx="1037745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89" name="Google Shape;89;p14"/>
          <p:cNvSpPr/>
          <p:nvPr/>
        </p:nvSpPr>
        <p:spPr>
          <a:xfrm>
            <a:off x="1524564" y="2912163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>
            <a:hlinkClick r:id="rId8"/>
          </p:cNvPr>
          <p:cNvSpPr txBox="1"/>
          <p:nvPr/>
        </p:nvSpPr>
        <p:spPr>
          <a:xfrm>
            <a:off x="1524566" y="2870313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91" name="Google Shape;91;p14"/>
          <p:cNvSpPr/>
          <p:nvPr/>
        </p:nvSpPr>
        <p:spPr>
          <a:xfrm>
            <a:off x="1559375" y="24394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>
            <a:hlinkClick r:id="rId9"/>
          </p:cNvPr>
          <p:cNvSpPr txBox="1"/>
          <p:nvPr/>
        </p:nvSpPr>
        <p:spPr>
          <a:xfrm>
            <a:off x="1528925" y="2397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93" name="Google Shape;93;p14"/>
          <p:cNvSpPr/>
          <p:nvPr/>
        </p:nvSpPr>
        <p:spPr>
          <a:xfrm>
            <a:off x="1525164" y="43614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523991" y="4313375"/>
            <a:ext cx="896400" cy="292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95" name="Google Shape;95;p14"/>
          <p:cNvSpPr/>
          <p:nvPr/>
        </p:nvSpPr>
        <p:spPr>
          <a:xfrm>
            <a:off x="1559975" y="388265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>
            <a:hlinkClick r:id="rId10"/>
          </p:cNvPr>
          <p:cNvSpPr txBox="1"/>
          <p:nvPr/>
        </p:nvSpPr>
        <p:spPr>
          <a:xfrm>
            <a:off x="1529525" y="384080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81225" y="419275"/>
            <a:ext cx="684399" cy="292500"/>
            <a:chOff x="81213" y="411000"/>
            <a:chExt cx="684399" cy="292500"/>
          </a:xfrm>
        </p:grpSpPr>
        <p:sp>
          <p:nvSpPr>
            <p:cNvPr id="98" name="Google Shape;98;p14"/>
            <p:cNvSpPr/>
            <p:nvPr/>
          </p:nvSpPr>
          <p:spPr>
            <a:xfrm>
              <a:off x="81213" y="500275"/>
              <a:ext cx="139200" cy="130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55112" y="411000"/>
              <a:ext cx="610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chemeClr val="dk1"/>
                  </a:solidFill>
                </a:rPr>
                <a:t>Empty</a:t>
              </a:r>
              <a:endParaRPr sz="700">
                <a:solidFill>
                  <a:schemeClr val="dk1"/>
                </a:solidFill>
              </a:endParaRPr>
            </a:p>
          </p:txBody>
        </p:sp>
      </p:grpSp>
      <p:sp>
        <p:nvSpPr>
          <p:cNvPr id="100" name="Google Shape;100;p14"/>
          <p:cNvSpPr/>
          <p:nvPr/>
        </p:nvSpPr>
        <p:spPr>
          <a:xfrm>
            <a:off x="1559363" y="32771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>
            <a:hlinkClick r:id="rId11"/>
          </p:cNvPr>
          <p:cNvSpPr txBox="1"/>
          <p:nvPr/>
        </p:nvSpPr>
        <p:spPr>
          <a:xfrm>
            <a:off x="1528922" y="32353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02" name="Google Shape;102;p14"/>
          <p:cNvSpPr/>
          <p:nvPr/>
        </p:nvSpPr>
        <p:spPr>
          <a:xfrm>
            <a:off x="1524577" y="47462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>
            <a:hlinkClick r:id="rId12"/>
          </p:cNvPr>
          <p:cNvSpPr txBox="1"/>
          <p:nvPr/>
        </p:nvSpPr>
        <p:spPr>
          <a:xfrm>
            <a:off x="1524578" y="4696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04" name="Google Shape;104;p14"/>
          <p:cNvSpPr/>
          <p:nvPr/>
        </p:nvSpPr>
        <p:spPr>
          <a:xfrm>
            <a:off x="2631752" y="30242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>
            <a:hlinkClick r:id="rId13"/>
          </p:cNvPr>
          <p:cNvSpPr txBox="1"/>
          <p:nvPr/>
        </p:nvSpPr>
        <p:spPr>
          <a:xfrm>
            <a:off x="2631753" y="29824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06" name="Google Shape;106;p14"/>
          <p:cNvSpPr/>
          <p:nvPr/>
        </p:nvSpPr>
        <p:spPr>
          <a:xfrm>
            <a:off x="2666563" y="25515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>
            <a:hlinkClick r:id="rId14"/>
          </p:cNvPr>
          <p:cNvSpPr txBox="1"/>
          <p:nvPr/>
        </p:nvSpPr>
        <p:spPr>
          <a:xfrm>
            <a:off x="2636113" y="25097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08" name="Google Shape;108;p14"/>
          <p:cNvSpPr/>
          <p:nvPr/>
        </p:nvSpPr>
        <p:spPr>
          <a:xfrm>
            <a:off x="2666563" y="338922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636122" y="33473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2631752" y="30242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>
            <a:hlinkClick r:id="rId15"/>
          </p:cNvPr>
          <p:cNvSpPr txBox="1"/>
          <p:nvPr/>
        </p:nvSpPr>
        <p:spPr>
          <a:xfrm>
            <a:off x="2631753" y="29824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12" name="Google Shape;112;p14"/>
          <p:cNvSpPr/>
          <p:nvPr/>
        </p:nvSpPr>
        <p:spPr>
          <a:xfrm>
            <a:off x="2666563" y="25515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>
            <a:hlinkClick r:id="rId16"/>
          </p:cNvPr>
          <p:cNvSpPr txBox="1"/>
          <p:nvPr/>
        </p:nvSpPr>
        <p:spPr>
          <a:xfrm>
            <a:off x="2636113" y="25097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14" name="Google Shape;114;p14"/>
          <p:cNvSpPr/>
          <p:nvPr/>
        </p:nvSpPr>
        <p:spPr>
          <a:xfrm>
            <a:off x="2666563" y="338922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>
            <a:hlinkClick r:id="rId17"/>
          </p:cNvPr>
          <p:cNvSpPr txBox="1"/>
          <p:nvPr/>
        </p:nvSpPr>
        <p:spPr>
          <a:xfrm>
            <a:off x="2636122" y="33473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3803989" y="305262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803991" y="301077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18" name="Google Shape;118;p14"/>
          <p:cNvSpPr/>
          <p:nvPr/>
        </p:nvSpPr>
        <p:spPr>
          <a:xfrm>
            <a:off x="3838800" y="257995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3808350" y="253810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20" name="Google Shape;120;p14"/>
          <p:cNvSpPr/>
          <p:nvPr/>
        </p:nvSpPr>
        <p:spPr>
          <a:xfrm>
            <a:off x="3838800" y="34176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808359" y="33757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106764" y="30325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106766" y="2990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24" name="Google Shape;124;p14"/>
          <p:cNvSpPr/>
          <p:nvPr/>
        </p:nvSpPr>
        <p:spPr>
          <a:xfrm>
            <a:off x="5141575" y="25599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5111125" y="25180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26" name="Google Shape;126;p14"/>
          <p:cNvSpPr/>
          <p:nvPr/>
        </p:nvSpPr>
        <p:spPr>
          <a:xfrm>
            <a:off x="5141575" y="33975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5111134" y="33557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440214" y="30325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440216" y="2990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30" name="Google Shape;130;p14"/>
          <p:cNvSpPr/>
          <p:nvPr/>
        </p:nvSpPr>
        <p:spPr>
          <a:xfrm>
            <a:off x="6475025" y="25599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444575" y="25180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32" name="Google Shape;132;p14"/>
          <p:cNvSpPr/>
          <p:nvPr/>
        </p:nvSpPr>
        <p:spPr>
          <a:xfrm>
            <a:off x="6475025" y="33975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444584" y="33557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7773677" y="305262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7773678" y="301077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36" name="Google Shape;136;p14"/>
          <p:cNvSpPr/>
          <p:nvPr/>
        </p:nvSpPr>
        <p:spPr>
          <a:xfrm>
            <a:off x="7808488" y="257995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7778038" y="253810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38" name="Google Shape;138;p14"/>
          <p:cNvSpPr/>
          <p:nvPr/>
        </p:nvSpPr>
        <p:spPr>
          <a:xfrm>
            <a:off x="7808488" y="34176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7778047" y="33757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20223" l="4264" r="86382" t="0"/>
          <a:stretch/>
        </p:blipFill>
        <p:spPr>
          <a:xfrm>
            <a:off x="528088" y="827575"/>
            <a:ext cx="82677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5357" l="31044" r="58912" t="0"/>
          <a:stretch/>
        </p:blipFill>
        <p:spPr>
          <a:xfrm>
            <a:off x="2546638" y="767388"/>
            <a:ext cx="887724" cy="17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 rotWithShape="1">
          <a:blip r:embed="rId3">
            <a:alphaModFix/>
          </a:blip>
          <a:srcRect b="20223" l="18394" r="73336" t="0"/>
          <a:stretch/>
        </p:blipFill>
        <p:spPr>
          <a:xfrm>
            <a:off x="1585226" y="827575"/>
            <a:ext cx="731048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3">
            <a:alphaModFix/>
          </a:blip>
          <a:srcRect b="17512" l="45864" r="44783" t="0"/>
          <a:stretch/>
        </p:blipFill>
        <p:spPr>
          <a:xfrm>
            <a:off x="3856199" y="803025"/>
            <a:ext cx="826776" cy="1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11995" l="71811" r="17064" t="0"/>
          <a:stretch/>
        </p:blipFill>
        <p:spPr>
          <a:xfrm>
            <a:off x="6427377" y="803013"/>
            <a:ext cx="983448" cy="159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15"/>
          <p:cNvGrpSpPr/>
          <p:nvPr/>
        </p:nvGrpSpPr>
        <p:grpSpPr>
          <a:xfrm>
            <a:off x="4721864" y="827588"/>
            <a:ext cx="1475150" cy="1594650"/>
            <a:chOff x="5250825" y="412825"/>
            <a:chExt cx="1475150" cy="1594650"/>
          </a:xfrm>
        </p:grpSpPr>
        <p:pic>
          <p:nvPicPr>
            <p:cNvPr id="150" name="Google Shape;150;p15"/>
            <p:cNvPicPr preferRelativeResize="0"/>
            <p:nvPr/>
          </p:nvPicPr>
          <p:blipFill rotWithShape="1">
            <a:blip r:embed="rId3">
              <a:alphaModFix/>
            </a:blip>
            <a:srcRect b="11995" l="56910" r="30191" t="0"/>
            <a:stretch/>
          </p:blipFill>
          <p:spPr>
            <a:xfrm>
              <a:off x="5451000" y="412825"/>
              <a:ext cx="1140100" cy="15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5"/>
            <p:cNvSpPr/>
            <p:nvPr/>
          </p:nvSpPr>
          <p:spPr>
            <a:xfrm>
              <a:off x="5250825" y="876100"/>
              <a:ext cx="321900" cy="452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6404075" y="805450"/>
              <a:ext cx="321900" cy="64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5357" l="85839" r="4118" t="0"/>
          <a:stretch/>
        </p:blipFill>
        <p:spPr>
          <a:xfrm>
            <a:off x="7641188" y="803025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2696550" y="143550"/>
            <a:ext cx="375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SCENARIO </a:t>
            </a:r>
            <a:r>
              <a:rPr lang="pt-BR" sz="1800">
                <a:solidFill>
                  <a:schemeClr val="dk1"/>
                </a:solidFill>
              </a:rPr>
              <a:t>TIK TOK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55" name="Google Shape;155;p15"/>
          <p:cNvCxnSpPr/>
          <p:nvPr/>
        </p:nvCxnSpPr>
        <p:spPr>
          <a:xfrm flipH="1">
            <a:off x="364391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5"/>
          <p:cNvCxnSpPr/>
          <p:nvPr/>
        </p:nvCxnSpPr>
        <p:spPr>
          <a:xfrm flipH="1">
            <a:off x="251328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5"/>
          <p:cNvCxnSpPr/>
          <p:nvPr/>
        </p:nvCxnSpPr>
        <p:spPr>
          <a:xfrm flipH="1">
            <a:off x="142953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5"/>
          <p:cNvCxnSpPr/>
          <p:nvPr/>
        </p:nvCxnSpPr>
        <p:spPr>
          <a:xfrm flipH="1">
            <a:off x="75246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5"/>
          <p:cNvCxnSpPr/>
          <p:nvPr/>
        </p:nvCxnSpPr>
        <p:spPr>
          <a:xfrm flipH="1">
            <a:off x="624946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5"/>
          <p:cNvCxnSpPr/>
          <p:nvPr/>
        </p:nvCxnSpPr>
        <p:spPr>
          <a:xfrm flipH="1">
            <a:off x="48577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15"/>
          <p:cNvSpPr/>
          <p:nvPr/>
        </p:nvSpPr>
        <p:spPr>
          <a:xfrm>
            <a:off x="528088" y="24673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">
            <a:hlinkClick r:id="rId4"/>
          </p:cNvPr>
          <p:cNvSpPr txBox="1"/>
          <p:nvPr/>
        </p:nvSpPr>
        <p:spPr>
          <a:xfrm>
            <a:off x="497647" y="24255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163" name="Google Shape;163;p15"/>
          <p:cNvSpPr/>
          <p:nvPr/>
        </p:nvSpPr>
        <p:spPr>
          <a:xfrm>
            <a:off x="458452" y="2912175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>
            <a:hlinkClick r:id="rId5"/>
          </p:cNvPr>
          <p:cNvSpPr txBox="1"/>
          <p:nvPr/>
        </p:nvSpPr>
        <p:spPr>
          <a:xfrm>
            <a:off x="458453" y="2870325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65" name="Google Shape;165;p15"/>
          <p:cNvSpPr/>
          <p:nvPr/>
        </p:nvSpPr>
        <p:spPr>
          <a:xfrm>
            <a:off x="81225" y="75425"/>
            <a:ext cx="139200" cy="130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55099" y="-5575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My Project</a:t>
            </a:r>
            <a:endParaRPr sz="300"/>
          </a:p>
        </p:txBody>
      </p:sp>
      <p:sp>
        <p:nvSpPr>
          <p:cNvPr id="167" name="Google Shape;167;p15"/>
          <p:cNvSpPr/>
          <p:nvPr/>
        </p:nvSpPr>
        <p:spPr>
          <a:xfrm>
            <a:off x="81225" y="287850"/>
            <a:ext cx="139200" cy="130500"/>
          </a:xfrm>
          <a:prstGeom prst="ellipse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55099" y="20685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Exemplar</a:t>
            </a:r>
            <a:endParaRPr sz="300"/>
          </a:p>
        </p:txBody>
      </p:sp>
      <p:sp>
        <p:nvSpPr>
          <p:cNvPr id="169" name="Google Shape;169;p15"/>
          <p:cNvSpPr/>
          <p:nvPr/>
        </p:nvSpPr>
        <p:spPr>
          <a:xfrm>
            <a:off x="497613" y="3463925"/>
            <a:ext cx="8268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>
            <a:hlinkClick r:id="rId6"/>
          </p:cNvPr>
          <p:cNvSpPr txBox="1"/>
          <p:nvPr/>
        </p:nvSpPr>
        <p:spPr>
          <a:xfrm>
            <a:off x="467172" y="34220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171" name="Google Shape;171;p15"/>
          <p:cNvSpPr/>
          <p:nvPr/>
        </p:nvSpPr>
        <p:spPr>
          <a:xfrm>
            <a:off x="476455" y="3882650"/>
            <a:ext cx="869135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>
            <a:hlinkClick r:id="rId7"/>
          </p:cNvPr>
          <p:cNvSpPr txBox="1"/>
          <p:nvPr/>
        </p:nvSpPr>
        <p:spPr>
          <a:xfrm>
            <a:off x="392157" y="3840800"/>
            <a:ext cx="1037745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73" name="Google Shape;173;p15"/>
          <p:cNvSpPr/>
          <p:nvPr/>
        </p:nvSpPr>
        <p:spPr>
          <a:xfrm>
            <a:off x="1524564" y="2912163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">
            <a:hlinkClick r:id="rId8"/>
          </p:cNvPr>
          <p:cNvSpPr txBox="1"/>
          <p:nvPr/>
        </p:nvSpPr>
        <p:spPr>
          <a:xfrm>
            <a:off x="1524566" y="2870313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75" name="Google Shape;175;p15"/>
          <p:cNvSpPr/>
          <p:nvPr/>
        </p:nvSpPr>
        <p:spPr>
          <a:xfrm>
            <a:off x="1559375" y="24394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">
            <a:hlinkClick r:id="rId9"/>
          </p:cNvPr>
          <p:cNvSpPr txBox="1"/>
          <p:nvPr/>
        </p:nvSpPr>
        <p:spPr>
          <a:xfrm>
            <a:off x="1528925" y="2397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77" name="Google Shape;177;p15"/>
          <p:cNvSpPr/>
          <p:nvPr/>
        </p:nvSpPr>
        <p:spPr>
          <a:xfrm>
            <a:off x="1525152" y="440325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1523978" y="4355225"/>
            <a:ext cx="896400" cy="292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79" name="Google Shape;179;p15"/>
          <p:cNvSpPr/>
          <p:nvPr/>
        </p:nvSpPr>
        <p:spPr>
          <a:xfrm>
            <a:off x="1559963" y="392450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>
            <a:hlinkClick r:id="rId10"/>
          </p:cNvPr>
          <p:cNvSpPr txBox="1"/>
          <p:nvPr/>
        </p:nvSpPr>
        <p:spPr>
          <a:xfrm>
            <a:off x="1529513" y="38826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grpSp>
        <p:nvGrpSpPr>
          <p:cNvPr id="181" name="Google Shape;181;p15"/>
          <p:cNvGrpSpPr/>
          <p:nvPr/>
        </p:nvGrpSpPr>
        <p:grpSpPr>
          <a:xfrm>
            <a:off x="81213" y="411000"/>
            <a:ext cx="684399" cy="292500"/>
            <a:chOff x="81213" y="411000"/>
            <a:chExt cx="684399" cy="292500"/>
          </a:xfrm>
        </p:grpSpPr>
        <p:sp>
          <p:nvSpPr>
            <p:cNvPr id="182" name="Google Shape;182;p15"/>
            <p:cNvSpPr/>
            <p:nvPr/>
          </p:nvSpPr>
          <p:spPr>
            <a:xfrm>
              <a:off x="81213" y="500275"/>
              <a:ext cx="139200" cy="130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 txBox="1"/>
            <p:nvPr/>
          </p:nvSpPr>
          <p:spPr>
            <a:xfrm>
              <a:off x="155112" y="411000"/>
              <a:ext cx="610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chemeClr val="dk1"/>
                  </a:solidFill>
                </a:rPr>
                <a:t>Empty</a:t>
              </a:r>
              <a:endParaRPr sz="700">
                <a:solidFill>
                  <a:schemeClr val="dk1"/>
                </a:solidFill>
              </a:endParaRPr>
            </a:p>
          </p:txBody>
        </p:sp>
      </p:grpSp>
      <p:sp>
        <p:nvSpPr>
          <p:cNvPr id="184" name="Google Shape;184;p15"/>
          <p:cNvSpPr/>
          <p:nvPr/>
        </p:nvSpPr>
        <p:spPr>
          <a:xfrm>
            <a:off x="1559363" y="32771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>
            <a:hlinkClick r:id="rId11"/>
          </p:cNvPr>
          <p:cNvSpPr txBox="1"/>
          <p:nvPr/>
        </p:nvSpPr>
        <p:spPr>
          <a:xfrm>
            <a:off x="1528922" y="32353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86" name="Google Shape;186;p15"/>
          <p:cNvSpPr/>
          <p:nvPr/>
        </p:nvSpPr>
        <p:spPr>
          <a:xfrm>
            <a:off x="1524577" y="47462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>
            <a:hlinkClick r:id="rId12"/>
          </p:cNvPr>
          <p:cNvSpPr txBox="1"/>
          <p:nvPr/>
        </p:nvSpPr>
        <p:spPr>
          <a:xfrm>
            <a:off x="1524578" y="4696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88" name="Google Shape;188;p15"/>
          <p:cNvSpPr/>
          <p:nvPr/>
        </p:nvSpPr>
        <p:spPr>
          <a:xfrm>
            <a:off x="2631752" y="30242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2631753" y="29824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90" name="Google Shape;190;p15"/>
          <p:cNvSpPr/>
          <p:nvPr/>
        </p:nvSpPr>
        <p:spPr>
          <a:xfrm>
            <a:off x="2666563" y="25515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2636113" y="25097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92" name="Google Shape;192;p15"/>
          <p:cNvSpPr/>
          <p:nvPr/>
        </p:nvSpPr>
        <p:spPr>
          <a:xfrm>
            <a:off x="2666563" y="338922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2636122" y="33473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3742589" y="30325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3742591" y="2990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96" name="Google Shape;196;p15"/>
          <p:cNvSpPr/>
          <p:nvPr/>
        </p:nvSpPr>
        <p:spPr>
          <a:xfrm>
            <a:off x="3777400" y="25599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746950" y="25180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98" name="Google Shape;198;p15"/>
          <p:cNvSpPr/>
          <p:nvPr/>
        </p:nvSpPr>
        <p:spPr>
          <a:xfrm>
            <a:off x="3777400" y="33975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3746959" y="33557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5106764" y="306610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5106766" y="302425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02" name="Google Shape;202;p15"/>
          <p:cNvSpPr/>
          <p:nvPr/>
        </p:nvSpPr>
        <p:spPr>
          <a:xfrm>
            <a:off x="5141575" y="259342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5111125" y="255157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04" name="Google Shape;204;p15"/>
          <p:cNvSpPr/>
          <p:nvPr/>
        </p:nvSpPr>
        <p:spPr>
          <a:xfrm>
            <a:off x="5141575" y="343107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5111134" y="338922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470952" y="306610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6470953" y="302425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08" name="Google Shape;208;p15"/>
          <p:cNvSpPr/>
          <p:nvPr/>
        </p:nvSpPr>
        <p:spPr>
          <a:xfrm>
            <a:off x="6505763" y="259342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6475313" y="255157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10" name="Google Shape;210;p15"/>
          <p:cNvSpPr/>
          <p:nvPr/>
        </p:nvSpPr>
        <p:spPr>
          <a:xfrm>
            <a:off x="6505763" y="343107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6475322" y="338922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7745927" y="308642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7745928" y="304457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14" name="Google Shape;214;p15"/>
          <p:cNvSpPr/>
          <p:nvPr/>
        </p:nvSpPr>
        <p:spPr>
          <a:xfrm>
            <a:off x="7780738" y="261375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7750288" y="257190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16" name="Google Shape;216;p15"/>
          <p:cNvSpPr/>
          <p:nvPr/>
        </p:nvSpPr>
        <p:spPr>
          <a:xfrm>
            <a:off x="7780738" y="34514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7750297" y="34095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20223" l="4264" r="86382" t="0"/>
          <a:stretch/>
        </p:blipFill>
        <p:spPr>
          <a:xfrm>
            <a:off x="528088" y="827575"/>
            <a:ext cx="82677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6"/>
          <p:cNvPicPr preferRelativeResize="0"/>
          <p:nvPr/>
        </p:nvPicPr>
        <p:blipFill rotWithShape="1">
          <a:blip r:embed="rId3">
            <a:alphaModFix/>
          </a:blip>
          <a:srcRect b="5357" l="31044" r="58912" t="0"/>
          <a:stretch/>
        </p:blipFill>
        <p:spPr>
          <a:xfrm>
            <a:off x="2546638" y="767388"/>
            <a:ext cx="887724" cy="17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 b="20223" l="18394" r="73336" t="0"/>
          <a:stretch/>
        </p:blipFill>
        <p:spPr>
          <a:xfrm>
            <a:off x="1585226" y="827575"/>
            <a:ext cx="731048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/>
          <p:cNvPicPr preferRelativeResize="0"/>
          <p:nvPr/>
        </p:nvPicPr>
        <p:blipFill rotWithShape="1">
          <a:blip r:embed="rId3">
            <a:alphaModFix/>
          </a:blip>
          <a:srcRect b="17512" l="45864" r="44783" t="0"/>
          <a:stretch/>
        </p:blipFill>
        <p:spPr>
          <a:xfrm>
            <a:off x="3856199" y="803025"/>
            <a:ext cx="826776" cy="1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6"/>
          <p:cNvPicPr preferRelativeResize="0"/>
          <p:nvPr/>
        </p:nvPicPr>
        <p:blipFill rotWithShape="1">
          <a:blip r:embed="rId3">
            <a:alphaModFix/>
          </a:blip>
          <a:srcRect b="11995" l="71811" r="17064" t="0"/>
          <a:stretch/>
        </p:blipFill>
        <p:spPr>
          <a:xfrm>
            <a:off x="6427377" y="803013"/>
            <a:ext cx="983448" cy="159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16"/>
          <p:cNvGrpSpPr/>
          <p:nvPr/>
        </p:nvGrpSpPr>
        <p:grpSpPr>
          <a:xfrm>
            <a:off x="4721864" y="827588"/>
            <a:ext cx="1475150" cy="1594650"/>
            <a:chOff x="5250825" y="412825"/>
            <a:chExt cx="1475150" cy="1594650"/>
          </a:xfrm>
        </p:grpSpPr>
        <p:pic>
          <p:nvPicPr>
            <p:cNvPr id="228" name="Google Shape;228;p16"/>
            <p:cNvPicPr preferRelativeResize="0"/>
            <p:nvPr/>
          </p:nvPicPr>
          <p:blipFill rotWithShape="1">
            <a:blip r:embed="rId3">
              <a:alphaModFix/>
            </a:blip>
            <a:srcRect b="11995" l="56910" r="30191" t="0"/>
            <a:stretch/>
          </p:blipFill>
          <p:spPr>
            <a:xfrm>
              <a:off x="5451000" y="412825"/>
              <a:ext cx="1140100" cy="15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6"/>
            <p:cNvSpPr/>
            <p:nvPr/>
          </p:nvSpPr>
          <p:spPr>
            <a:xfrm>
              <a:off x="5250825" y="876100"/>
              <a:ext cx="321900" cy="452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6404075" y="805450"/>
              <a:ext cx="321900" cy="64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31" name="Google Shape;231;p16"/>
          <p:cNvPicPr preferRelativeResize="0"/>
          <p:nvPr/>
        </p:nvPicPr>
        <p:blipFill rotWithShape="1">
          <a:blip r:embed="rId3">
            <a:alphaModFix/>
          </a:blip>
          <a:srcRect b="5357" l="85839" r="4118" t="0"/>
          <a:stretch/>
        </p:blipFill>
        <p:spPr>
          <a:xfrm>
            <a:off x="7641188" y="803025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 txBox="1"/>
          <p:nvPr/>
        </p:nvSpPr>
        <p:spPr>
          <a:xfrm>
            <a:off x="2696550" y="143550"/>
            <a:ext cx="375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SCENARIO WAZE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33" name="Google Shape;233;p16"/>
          <p:cNvCxnSpPr/>
          <p:nvPr/>
        </p:nvCxnSpPr>
        <p:spPr>
          <a:xfrm flipH="1">
            <a:off x="364391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6"/>
          <p:cNvCxnSpPr/>
          <p:nvPr/>
        </p:nvCxnSpPr>
        <p:spPr>
          <a:xfrm flipH="1">
            <a:off x="251328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16"/>
          <p:cNvCxnSpPr/>
          <p:nvPr/>
        </p:nvCxnSpPr>
        <p:spPr>
          <a:xfrm flipH="1">
            <a:off x="142953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16"/>
          <p:cNvCxnSpPr/>
          <p:nvPr/>
        </p:nvCxnSpPr>
        <p:spPr>
          <a:xfrm flipH="1">
            <a:off x="75246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16"/>
          <p:cNvCxnSpPr/>
          <p:nvPr/>
        </p:nvCxnSpPr>
        <p:spPr>
          <a:xfrm flipH="1">
            <a:off x="624946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16"/>
          <p:cNvCxnSpPr/>
          <p:nvPr/>
        </p:nvCxnSpPr>
        <p:spPr>
          <a:xfrm flipH="1">
            <a:off x="48577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16"/>
          <p:cNvSpPr/>
          <p:nvPr/>
        </p:nvSpPr>
        <p:spPr>
          <a:xfrm>
            <a:off x="528088" y="24673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>
            <a:hlinkClick r:id="rId4"/>
          </p:cNvPr>
          <p:cNvSpPr txBox="1"/>
          <p:nvPr/>
        </p:nvSpPr>
        <p:spPr>
          <a:xfrm>
            <a:off x="497647" y="24255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241" name="Google Shape;241;p16"/>
          <p:cNvSpPr/>
          <p:nvPr/>
        </p:nvSpPr>
        <p:spPr>
          <a:xfrm>
            <a:off x="458452" y="2912175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>
            <a:hlinkClick r:id="rId5"/>
          </p:cNvPr>
          <p:cNvSpPr txBox="1"/>
          <p:nvPr/>
        </p:nvSpPr>
        <p:spPr>
          <a:xfrm>
            <a:off x="458453" y="2870325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43" name="Google Shape;243;p16"/>
          <p:cNvSpPr/>
          <p:nvPr/>
        </p:nvSpPr>
        <p:spPr>
          <a:xfrm>
            <a:off x="81225" y="75425"/>
            <a:ext cx="139200" cy="130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155099" y="-5575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My Project</a:t>
            </a:r>
            <a:endParaRPr sz="300"/>
          </a:p>
        </p:txBody>
      </p:sp>
      <p:sp>
        <p:nvSpPr>
          <p:cNvPr id="245" name="Google Shape;245;p16"/>
          <p:cNvSpPr/>
          <p:nvPr/>
        </p:nvSpPr>
        <p:spPr>
          <a:xfrm>
            <a:off x="81225" y="287850"/>
            <a:ext cx="139200" cy="130500"/>
          </a:xfrm>
          <a:prstGeom prst="ellipse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155099" y="20685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Exemplar</a:t>
            </a:r>
            <a:endParaRPr sz="300"/>
          </a:p>
        </p:txBody>
      </p:sp>
      <p:sp>
        <p:nvSpPr>
          <p:cNvPr id="247" name="Google Shape;247;p16"/>
          <p:cNvSpPr/>
          <p:nvPr/>
        </p:nvSpPr>
        <p:spPr>
          <a:xfrm>
            <a:off x="497613" y="3463925"/>
            <a:ext cx="8268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>
            <a:hlinkClick r:id="rId6"/>
          </p:cNvPr>
          <p:cNvSpPr txBox="1"/>
          <p:nvPr/>
        </p:nvSpPr>
        <p:spPr>
          <a:xfrm>
            <a:off x="467172" y="34220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249" name="Google Shape;249;p16"/>
          <p:cNvSpPr/>
          <p:nvPr/>
        </p:nvSpPr>
        <p:spPr>
          <a:xfrm>
            <a:off x="476455" y="3882650"/>
            <a:ext cx="869033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>
            <a:hlinkClick r:id="rId7"/>
          </p:cNvPr>
          <p:cNvSpPr txBox="1"/>
          <p:nvPr/>
        </p:nvSpPr>
        <p:spPr>
          <a:xfrm>
            <a:off x="392157" y="3840800"/>
            <a:ext cx="1037745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51" name="Google Shape;251;p16"/>
          <p:cNvSpPr/>
          <p:nvPr/>
        </p:nvSpPr>
        <p:spPr>
          <a:xfrm>
            <a:off x="1524564" y="3129438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>
            <a:hlinkClick r:id="rId8"/>
          </p:cNvPr>
          <p:cNvSpPr txBox="1"/>
          <p:nvPr/>
        </p:nvSpPr>
        <p:spPr>
          <a:xfrm>
            <a:off x="1524566" y="3087588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53" name="Google Shape;253;p16"/>
          <p:cNvSpPr/>
          <p:nvPr/>
        </p:nvSpPr>
        <p:spPr>
          <a:xfrm>
            <a:off x="1559375" y="2656763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1528925" y="2614913"/>
            <a:ext cx="8877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55" name="Google Shape;255;p16"/>
          <p:cNvSpPr/>
          <p:nvPr/>
        </p:nvSpPr>
        <p:spPr>
          <a:xfrm>
            <a:off x="1536389" y="4381938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1535216" y="4333913"/>
            <a:ext cx="896400" cy="292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57" name="Google Shape;257;p16"/>
          <p:cNvSpPr/>
          <p:nvPr/>
        </p:nvSpPr>
        <p:spPr>
          <a:xfrm>
            <a:off x="1571200" y="39031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">
            <a:hlinkClick r:id="rId9"/>
          </p:cNvPr>
          <p:cNvSpPr txBox="1"/>
          <p:nvPr/>
        </p:nvSpPr>
        <p:spPr>
          <a:xfrm>
            <a:off x="1540750" y="3861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grpSp>
        <p:nvGrpSpPr>
          <p:cNvPr id="259" name="Google Shape;259;p16"/>
          <p:cNvGrpSpPr/>
          <p:nvPr/>
        </p:nvGrpSpPr>
        <p:grpSpPr>
          <a:xfrm>
            <a:off x="81213" y="411000"/>
            <a:ext cx="684399" cy="292500"/>
            <a:chOff x="81213" y="411000"/>
            <a:chExt cx="684399" cy="292500"/>
          </a:xfrm>
        </p:grpSpPr>
        <p:sp>
          <p:nvSpPr>
            <p:cNvPr id="260" name="Google Shape;260;p16"/>
            <p:cNvSpPr/>
            <p:nvPr/>
          </p:nvSpPr>
          <p:spPr>
            <a:xfrm>
              <a:off x="81213" y="500275"/>
              <a:ext cx="139200" cy="130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6"/>
            <p:cNvSpPr txBox="1"/>
            <p:nvPr/>
          </p:nvSpPr>
          <p:spPr>
            <a:xfrm>
              <a:off x="155112" y="411000"/>
              <a:ext cx="610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chemeClr val="dk1"/>
                  </a:solidFill>
                </a:rPr>
                <a:t>Empty</a:t>
              </a:r>
              <a:endParaRPr sz="700">
                <a:solidFill>
                  <a:schemeClr val="dk1"/>
                </a:solidFill>
              </a:endParaRPr>
            </a:p>
          </p:txBody>
        </p:sp>
      </p:grpSp>
      <p:sp>
        <p:nvSpPr>
          <p:cNvPr id="262" name="Google Shape;262;p16"/>
          <p:cNvSpPr/>
          <p:nvPr/>
        </p:nvSpPr>
        <p:spPr>
          <a:xfrm>
            <a:off x="1559363" y="34634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>
            <a:hlinkClick r:id="rId10"/>
          </p:cNvPr>
          <p:cNvSpPr txBox="1"/>
          <p:nvPr/>
        </p:nvSpPr>
        <p:spPr>
          <a:xfrm>
            <a:off x="1528922" y="34215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64" name="Google Shape;264;p16"/>
          <p:cNvSpPr/>
          <p:nvPr/>
        </p:nvSpPr>
        <p:spPr>
          <a:xfrm>
            <a:off x="1524577" y="47462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>
            <a:hlinkClick r:id="rId11"/>
          </p:cNvPr>
          <p:cNvSpPr txBox="1"/>
          <p:nvPr/>
        </p:nvSpPr>
        <p:spPr>
          <a:xfrm>
            <a:off x="1524578" y="4696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66" name="Google Shape;266;p16"/>
          <p:cNvSpPr/>
          <p:nvPr/>
        </p:nvSpPr>
        <p:spPr>
          <a:xfrm>
            <a:off x="2631764" y="31402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2631766" y="3098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68" name="Google Shape;268;p16"/>
          <p:cNvSpPr/>
          <p:nvPr/>
        </p:nvSpPr>
        <p:spPr>
          <a:xfrm>
            <a:off x="2666575" y="26676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2636125" y="26257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70" name="Google Shape;270;p16"/>
          <p:cNvSpPr/>
          <p:nvPr/>
        </p:nvSpPr>
        <p:spPr>
          <a:xfrm>
            <a:off x="2666575" y="35052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2636134" y="34634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7750177" y="31402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7750178" y="3098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74" name="Google Shape;274;p16"/>
          <p:cNvSpPr/>
          <p:nvPr/>
        </p:nvSpPr>
        <p:spPr>
          <a:xfrm>
            <a:off x="7784988" y="26676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7754538" y="26257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76" name="Google Shape;276;p16"/>
          <p:cNvSpPr/>
          <p:nvPr/>
        </p:nvSpPr>
        <p:spPr>
          <a:xfrm>
            <a:off x="7784988" y="35052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7754547" y="34634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6440202" y="31525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6440203" y="31107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80" name="Google Shape;280;p16"/>
          <p:cNvSpPr/>
          <p:nvPr/>
        </p:nvSpPr>
        <p:spPr>
          <a:xfrm>
            <a:off x="6475013" y="26798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6444563" y="26380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82" name="Google Shape;282;p16"/>
          <p:cNvSpPr/>
          <p:nvPr/>
        </p:nvSpPr>
        <p:spPr>
          <a:xfrm>
            <a:off x="6475013" y="351752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6444572" y="34756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5060802" y="31402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5060803" y="3098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86" name="Google Shape;286;p16"/>
          <p:cNvSpPr/>
          <p:nvPr/>
        </p:nvSpPr>
        <p:spPr>
          <a:xfrm>
            <a:off x="5095613" y="26676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5065163" y="26257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88" name="Google Shape;288;p16"/>
          <p:cNvSpPr/>
          <p:nvPr/>
        </p:nvSpPr>
        <p:spPr>
          <a:xfrm>
            <a:off x="5095613" y="35052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5065172" y="34634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3803989" y="3140275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3803991" y="3098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92" name="Google Shape;292;p16"/>
          <p:cNvSpPr/>
          <p:nvPr/>
        </p:nvSpPr>
        <p:spPr>
          <a:xfrm>
            <a:off x="3838800" y="2667600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 txBox="1"/>
          <p:nvPr/>
        </p:nvSpPr>
        <p:spPr>
          <a:xfrm>
            <a:off x="3808350" y="26257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94" name="Google Shape;294;p16"/>
          <p:cNvSpPr/>
          <p:nvPr/>
        </p:nvSpPr>
        <p:spPr>
          <a:xfrm>
            <a:off x="3838800" y="35052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3808359" y="34634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