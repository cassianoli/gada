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Lst>
  <p:sldSz cy="10058400" cx="7772400"/>
  <p:notesSz cx="6858000" cy="9144000"/>
  <p:embeddedFontLst>
    <p:embeddedFont>
      <p:font typeface="Roboto"/>
      <p:regular r:id="rId6"/>
      <p:bold r:id="rId7"/>
      <p:italic r:id="rId8"/>
      <p:boldItalic r:id="rId9"/>
    </p:embeddedFont>
    <p:embeddedFont>
      <p:font typeface="PT Sans Narrow"/>
      <p:regular r:id="rId10"/>
      <p:bold r:id="rId11"/>
    </p:embeddedFont>
    <p:embeddedFont>
      <p:font typeface="Work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PTSansNarrow-bold.fntdata"/><Relationship Id="rId10" Type="http://schemas.openxmlformats.org/officeDocument/2006/relationships/font" Target="fonts/PTSansNarrow-regular.fntdata"/><Relationship Id="rId13" Type="http://schemas.openxmlformats.org/officeDocument/2006/relationships/font" Target="fonts/WorkSans-bold.fntdata"/><Relationship Id="rId12" Type="http://schemas.openxmlformats.org/officeDocument/2006/relationships/font" Target="fonts/Work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oboto-boldItalic.fntdata"/><Relationship Id="rId15" Type="http://schemas.openxmlformats.org/officeDocument/2006/relationships/font" Target="fonts/WorkSans-boldItalic.fntdata"/><Relationship Id="rId14" Type="http://schemas.openxmlformats.org/officeDocument/2006/relationships/font" Target="fonts/WorkSans-italic.fntdata"/><Relationship Id="rId5" Type="http://schemas.openxmlformats.org/officeDocument/2006/relationships/slide" Target="slides/slide1.xml"/><Relationship Id="rId6" Type="http://schemas.openxmlformats.org/officeDocument/2006/relationships/font" Target="fonts/Roboto-regular.fntdata"/><Relationship Id="rId7" Type="http://schemas.openxmlformats.org/officeDocument/2006/relationships/font" Target="fonts/Roboto-bold.fntdata"/><Relationship Id="rId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 name="Shape 10"/>
        <p:cNvGrpSpPr/>
        <p:nvPr/>
      </p:nvGrpSpPr>
      <p:grpSpPr>
        <a:xfrm>
          <a:off x="0" y="0"/>
          <a:ext cx="0" cy="0"/>
          <a:chOff x="0" y="0"/>
          <a:chExt cx="0" cy="0"/>
        </a:xfrm>
      </p:grpSpPr>
      <p:cxnSp>
        <p:nvCxnSpPr>
          <p:cNvPr id="11" name="Google Shape;11;p2"/>
          <p:cNvCxnSpPr/>
          <p:nvPr/>
        </p:nvCxnSpPr>
        <p:spPr>
          <a:xfrm>
            <a:off x="417963" y="311025"/>
            <a:ext cx="28200" cy="8777100"/>
          </a:xfrm>
          <a:prstGeom prst="straightConnector1">
            <a:avLst/>
          </a:prstGeom>
          <a:noFill/>
          <a:ln cap="flat" cmpd="sng" w="9525">
            <a:solidFill>
              <a:srgbClr val="B7B7B7"/>
            </a:solidFill>
            <a:prstDash val="solid"/>
            <a:round/>
            <a:headEnd len="sm" w="sm" type="none"/>
            <a:tailEnd len="sm" w="sm" type="none"/>
          </a:ln>
        </p:spPr>
      </p:cxnSp>
      <p:grpSp>
        <p:nvGrpSpPr>
          <p:cNvPr id="12" name="Google Shape;12;p2"/>
          <p:cNvGrpSpPr/>
          <p:nvPr/>
        </p:nvGrpSpPr>
        <p:grpSpPr>
          <a:xfrm>
            <a:off x="404725" y="1300475"/>
            <a:ext cx="6908400" cy="72025"/>
            <a:chOff x="404725" y="1681475"/>
            <a:chExt cx="6908400" cy="72025"/>
          </a:xfrm>
        </p:grpSpPr>
        <p:cxnSp>
          <p:nvCxnSpPr>
            <p:cNvPr id="13" name="Google Shape;13;p2"/>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4" name="Google Shape;14;p2"/>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5" name="Google Shape;15;p2"/>
          <p:cNvCxnSpPr/>
          <p:nvPr/>
        </p:nvCxnSpPr>
        <p:spPr>
          <a:xfrm>
            <a:off x="7326238" y="6225"/>
            <a:ext cx="28200" cy="8777100"/>
          </a:xfrm>
          <a:prstGeom prst="straightConnector1">
            <a:avLst/>
          </a:prstGeom>
          <a:noFill/>
          <a:ln cap="flat" cmpd="sng" w="9525">
            <a:solidFill>
              <a:srgbClr val="B7B7B7"/>
            </a:solidFill>
            <a:prstDash val="solid"/>
            <a:round/>
            <a:headEnd len="sm" w="sm" type="none"/>
            <a:tailEnd len="sm" w="sm" type="none"/>
          </a:ln>
        </p:spPr>
      </p:cxnSp>
      <p:sp>
        <p:nvSpPr>
          <p:cNvPr id="16" name="Google Shape;16;p2"/>
          <p:cNvSpPr txBox="1"/>
          <p:nvPr>
            <p:ph type="title"/>
          </p:nvPr>
        </p:nvSpPr>
        <p:spPr>
          <a:xfrm>
            <a:off x="404725" y="246200"/>
            <a:ext cx="69084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7" name="Google Shape;17;p2"/>
          <p:cNvSpPr txBox="1"/>
          <p:nvPr>
            <p:ph idx="1" type="subTitle"/>
          </p:nvPr>
        </p:nvSpPr>
        <p:spPr>
          <a:xfrm>
            <a:off x="2249425" y="82707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cxnSp>
        <p:nvCxnSpPr>
          <p:cNvPr id="18" name="Google Shape;18;p2"/>
          <p:cNvCxnSpPr/>
          <p:nvPr/>
        </p:nvCxnSpPr>
        <p:spPr>
          <a:xfrm rot="10800000">
            <a:off x="438150" y="3276600"/>
            <a:ext cx="6896100" cy="0"/>
          </a:xfrm>
          <a:prstGeom prst="straightConnector1">
            <a:avLst/>
          </a:prstGeom>
          <a:noFill/>
          <a:ln cap="flat" cmpd="sng" w="9525">
            <a:solidFill>
              <a:srgbClr val="CCCCCC"/>
            </a:solidFill>
            <a:prstDash val="solid"/>
            <a:round/>
            <a:headEnd len="sm" w="sm" type="none"/>
            <a:tailEnd len="sm" w="sm" type="none"/>
          </a:ln>
        </p:spPr>
      </p:cxnSp>
      <p:cxnSp>
        <p:nvCxnSpPr>
          <p:cNvPr id="19" name="Google Shape;19;p2"/>
          <p:cNvCxnSpPr/>
          <p:nvPr/>
        </p:nvCxnSpPr>
        <p:spPr>
          <a:xfrm>
            <a:off x="3861475" y="3505200"/>
            <a:ext cx="0" cy="5611800"/>
          </a:xfrm>
          <a:prstGeom prst="straightConnector1">
            <a:avLst/>
          </a:prstGeom>
          <a:noFill/>
          <a:ln cap="flat" cmpd="sng" w="9525">
            <a:solidFill>
              <a:srgbClr val="B7B7B7"/>
            </a:solidFill>
            <a:prstDash val="solid"/>
            <a:round/>
            <a:headEnd len="sm" w="sm" type="none"/>
            <a:tailEnd len="sm" w="sm" type="none"/>
          </a:ln>
        </p:spPr>
      </p:cxnSp>
      <p:grpSp>
        <p:nvGrpSpPr>
          <p:cNvPr id="20" name="Google Shape;20;p2"/>
          <p:cNvGrpSpPr/>
          <p:nvPr/>
        </p:nvGrpSpPr>
        <p:grpSpPr>
          <a:xfrm>
            <a:off x="417975" y="1504250"/>
            <a:ext cx="2357775" cy="410125"/>
            <a:chOff x="417975" y="1885250"/>
            <a:chExt cx="2357775" cy="410125"/>
          </a:xfrm>
        </p:grpSpPr>
        <p:sp>
          <p:nvSpPr>
            <p:cNvPr id="21" name="Google Shape;21;p2"/>
            <p:cNvSpPr/>
            <p:nvPr/>
          </p:nvSpPr>
          <p:spPr>
            <a:xfrm>
              <a:off x="417975" y="1885250"/>
              <a:ext cx="2020800" cy="410100"/>
            </a:xfrm>
            <a:prstGeom prst="rect">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rot="10800000">
              <a:off x="2236350" y="1885875"/>
              <a:ext cx="539400" cy="409500"/>
            </a:xfrm>
            <a:prstGeom prst="chevron">
              <a:avLst>
                <a:gd fmla="val 50000" name="adj"/>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
          <p:cNvGrpSpPr/>
          <p:nvPr/>
        </p:nvGrpSpPr>
        <p:grpSpPr>
          <a:xfrm>
            <a:off x="417975" y="3276600"/>
            <a:ext cx="2357775" cy="410125"/>
            <a:chOff x="265575" y="3352800"/>
            <a:chExt cx="2357775" cy="410125"/>
          </a:xfrm>
        </p:grpSpPr>
        <p:sp>
          <p:nvSpPr>
            <p:cNvPr id="26" name="Google Shape;26;p2"/>
            <p:cNvSpPr/>
            <p:nvPr/>
          </p:nvSpPr>
          <p:spPr>
            <a:xfrm>
              <a:off x="265575" y="3352800"/>
              <a:ext cx="2020800" cy="410100"/>
            </a:xfrm>
            <a:prstGeom prst="rect">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rot="10800000">
              <a:off x="2083950" y="3353425"/>
              <a:ext cx="539400" cy="409500"/>
            </a:xfrm>
            <a:prstGeom prst="chevron">
              <a:avLst>
                <a:gd fmla="val 50000" name="adj"/>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
          <p:cNvGrpSpPr/>
          <p:nvPr/>
        </p:nvGrpSpPr>
        <p:grpSpPr>
          <a:xfrm>
            <a:off x="3872044" y="3276600"/>
            <a:ext cx="2747987" cy="410125"/>
            <a:chOff x="3567313" y="3200400"/>
            <a:chExt cx="2357775" cy="410125"/>
          </a:xfrm>
        </p:grpSpPr>
        <p:sp>
          <p:nvSpPr>
            <p:cNvPr id="31" name="Google Shape;31;p2"/>
            <p:cNvSpPr/>
            <p:nvPr/>
          </p:nvSpPr>
          <p:spPr>
            <a:xfrm>
              <a:off x="3567313" y="3200400"/>
              <a:ext cx="2020800" cy="410100"/>
            </a:xfrm>
            <a:prstGeom prst="rect">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rot="10800000">
              <a:off x="5385688" y="3201025"/>
              <a:ext cx="539400" cy="409500"/>
            </a:xfrm>
            <a:prstGeom prst="chevron">
              <a:avLst>
                <a:gd fmla="val 50000" name="adj"/>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 name="Google Shape;35;p2"/>
          <p:cNvGrpSpPr/>
          <p:nvPr/>
        </p:nvGrpSpPr>
        <p:grpSpPr>
          <a:xfrm>
            <a:off x="417963" y="6597750"/>
            <a:ext cx="2357775" cy="410125"/>
            <a:chOff x="-39237" y="6140550"/>
            <a:chExt cx="2357775" cy="410125"/>
          </a:xfrm>
        </p:grpSpPr>
        <p:sp>
          <p:nvSpPr>
            <p:cNvPr id="36" name="Google Shape;36;p2"/>
            <p:cNvSpPr/>
            <p:nvPr/>
          </p:nvSpPr>
          <p:spPr>
            <a:xfrm>
              <a:off x="-39237" y="6140550"/>
              <a:ext cx="2020800" cy="410100"/>
            </a:xfrm>
            <a:prstGeom prst="rect">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rot="10800000">
              <a:off x="1779138" y="6141175"/>
              <a:ext cx="539400" cy="409500"/>
            </a:xfrm>
            <a:prstGeom prst="chevron">
              <a:avLst>
                <a:gd fmla="val 50000" name="adj"/>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2"/>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41" name="Google Shape;41;p2"/>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42" name="Google Shape;42;p2"/>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43" name="Google Shape;43;p2"/>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44" name="Google Shape;44;p2"/>
          <p:cNvSpPr txBox="1"/>
          <p:nvPr>
            <p:ph idx="2" type="body"/>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2"/>
          <p:cNvSpPr txBox="1"/>
          <p:nvPr>
            <p:ph idx="3" type="body"/>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2"/>
          <p:cNvSpPr txBox="1"/>
          <p:nvPr>
            <p:ph idx="4" type="body"/>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2"/>
          <p:cNvSpPr txBox="1"/>
          <p:nvPr>
            <p:ph idx="5" type="body"/>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2"/>
          <p:cNvSpPr txBox="1"/>
          <p:nvPr>
            <p:ph idx="6" type="subTitle"/>
          </p:nvPr>
        </p:nvSpPr>
        <p:spPr>
          <a:xfrm>
            <a:off x="4183575" y="9228125"/>
            <a:ext cx="3086700" cy="2850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100"/>
              <a:buNone/>
              <a:defRPr i="1" sz="11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9" name="Google Shape;49;p2"/>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50" name="Shape 50"/>
        <p:cNvGrpSpPr/>
        <p:nvPr/>
      </p:nvGrpSpPr>
      <p:grpSpPr>
        <a:xfrm>
          <a:off x="0" y="0"/>
          <a:ext cx="0" cy="0"/>
          <a:chOff x="0" y="0"/>
          <a:chExt cx="0" cy="0"/>
        </a:xfrm>
      </p:grpSpPr>
      <p:grpSp>
        <p:nvGrpSpPr>
          <p:cNvPr id="51" name="Google Shape;51;p3"/>
          <p:cNvGrpSpPr/>
          <p:nvPr/>
        </p:nvGrpSpPr>
        <p:grpSpPr>
          <a:xfrm>
            <a:off x="172055" y="1468890"/>
            <a:ext cx="7434543" cy="62982"/>
            <a:chOff x="1890075" y="5241175"/>
            <a:chExt cx="4240556" cy="257700"/>
          </a:xfrm>
        </p:grpSpPr>
        <p:sp>
          <p:nvSpPr>
            <p:cNvPr id="52" name="Google Shape;52;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3" name="Google Shape;5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4" name="Google Shape;5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5" name="Google Shape;5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56" name="Google Shape;56;p3"/>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57" name="Google Shape;57;p3"/>
          <p:cNvGrpSpPr/>
          <p:nvPr/>
        </p:nvGrpSpPr>
        <p:grpSpPr>
          <a:xfrm>
            <a:off x="168930" y="2702615"/>
            <a:ext cx="7434543" cy="62982"/>
            <a:chOff x="1890075" y="5241175"/>
            <a:chExt cx="4240556" cy="257700"/>
          </a:xfrm>
        </p:grpSpPr>
        <p:sp>
          <p:nvSpPr>
            <p:cNvPr id="58" name="Google Shape;5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9" name="Google Shape;59;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0" name="Google Shape;60;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1" name="Google Shape;61;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62" name="Google Shape;62;p3"/>
          <p:cNvCxnSpPr>
            <a:stCxn id="5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63" name="Google Shape;63;p3"/>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64" name="Google Shape;64;p3"/>
          <p:cNvGrpSpPr/>
          <p:nvPr/>
        </p:nvGrpSpPr>
        <p:grpSpPr>
          <a:xfrm>
            <a:off x="0" y="3413775"/>
            <a:ext cx="3530025" cy="746350"/>
            <a:chOff x="0" y="3156075"/>
            <a:chExt cx="3530025" cy="746350"/>
          </a:xfrm>
        </p:grpSpPr>
        <p:sp>
          <p:nvSpPr>
            <p:cNvPr id="65" name="Google Shape;65;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6" name="Google Shape;66;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67" name="Google Shape;67;p3"/>
          <p:cNvGrpSpPr/>
          <p:nvPr/>
        </p:nvGrpSpPr>
        <p:grpSpPr>
          <a:xfrm>
            <a:off x="3248850" y="2867100"/>
            <a:ext cx="4936034" cy="746350"/>
            <a:chOff x="0" y="3156075"/>
            <a:chExt cx="3530025" cy="746350"/>
          </a:xfrm>
        </p:grpSpPr>
        <p:sp>
          <p:nvSpPr>
            <p:cNvPr id="68" name="Google Shape;68;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9" name="Google Shape;69;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0" name="Google Shape;70;p3"/>
          <p:cNvGrpSpPr/>
          <p:nvPr/>
        </p:nvGrpSpPr>
        <p:grpSpPr>
          <a:xfrm>
            <a:off x="3248850" y="7166275"/>
            <a:ext cx="4936034" cy="746350"/>
            <a:chOff x="0" y="3156075"/>
            <a:chExt cx="3530025" cy="746350"/>
          </a:xfrm>
        </p:grpSpPr>
        <p:sp>
          <p:nvSpPr>
            <p:cNvPr id="71" name="Google Shape;71;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2" name="Google Shape;72;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73" name="Google Shape;73;p3"/>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74" name="Google Shape;74;p3"/>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75" name="Google Shape;75;p3"/>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sp>
        <p:nvSpPr>
          <p:cNvPr id="76" name="Google Shape;76;p3"/>
          <p:cNvSpPr txBox="1"/>
          <p:nvPr>
            <p:ph type="title"/>
          </p:nvPr>
        </p:nvSpPr>
        <p:spPr>
          <a:xfrm>
            <a:off x="168925" y="324775"/>
            <a:ext cx="74085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77" name="Google Shape;77;p3"/>
          <p:cNvSpPr txBox="1"/>
          <p:nvPr>
            <p:ph idx="1" type="subTitle"/>
          </p:nvPr>
        </p:nvSpPr>
        <p:spPr>
          <a:xfrm>
            <a:off x="2263675" y="82697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78" name="Shape 78"/>
        <p:cNvGrpSpPr/>
        <p:nvPr/>
      </p:nvGrpSpPr>
      <p:grpSpPr>
        <a:xfrm>
          <a:off x="0" y="0"/>
          <a:ext cx="0" cy="0"/>
          <a:chOff x="0" y="0"/>
          <a:chExt cx="0" cy="0"/>
        </a:xfrm>
      </p:grpSpPr>
      <p:cxnSp>
        <p:nvCxnSpPr>
          <p:cNvPr id="79" name="Google Shape;79;p4"/>
          <p:cNvCxnSpPr/>
          <p:nvPr/>
        </p:nvCxnSpPr>
        <p:spPr>
          <a:xfrm>
            <a:off x="3049395" y="901911"/>
            <a:ext cx="0" cy="5924400"/>
          </a:xfrm>
          <a:prstGeom prst="straightConnector1">
            <a:avLst/>
          </a:prstGeom>
          <a:noFill/>
          <a:ln cap="flat" cmpd="sng" w="9525">
            <a:solidFill>
              <a:srgbClr val="CCCCCC"/>
            </a:solidFill>
            <a:prstDash val="solid"/>
            <a:round/>
            <a:headEnd len="sm" w="sm" type="none"/>
            <a:tailEnd len="sm" w="sm" type="none"/>
          </a:ln>
        </p:spPr>
      </p:cxnSp>
      <p:cxnSp>
        <p:nvCxnSpPr>
          <p:cNvPr id="80" name="Google Shape;80;p4"/>
          <p:cNvCxnSpPr>
            <a:stCxn id="81" idx="0"/>
          </p:cNvCxnSpPr>
          <p:nvPr/>
        </p:nvCxnSpPr>
        <p:spPr>
          <a:xfrm flipH="1">
            <a:off x="172045" y="903711"/>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82" name="Google Shape;82;p4"/>
          <p:cNvGrpSpPr/>
          <p:nvPr/>
        </p:nvGrpSpPr>
        <p:grpSpPr>
          <a:xfrm>
            <a:off x="190345" y="900758"/>
            <a:ext cx="7581747" cy="5906"/>
            <a:chOff x="1890075" y="5241175"/>
            <a:chExt cx="4240556" cy="257700"/>
          </a:xfrm>
        </p:grpSpPr>
        <p:sp>
          <p:nvSpPr>
            <p:cNvPr id="81" name="Google Shape;81;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3" name="Google Shape;83;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4" name="Google Shape;84;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5" name="Google Shape;85;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86" name="Google Shape;86;p4"/>
          <p:cNvGrpSpPr/>
          <p:nvPr/>
        </p:nvGrpSpPr>
        <p:grpSpPr>
          <a:xfrm>
            <a:off x="190320" y="931759"/>
            <a:ext cx="7581691" cy="5901"/>
            <a:chOff x="1890075" y="5241175"/>
            <a:chExt cx="4240556" cy="257700"/>
          </a:xfrm>
        </p:grpSpPr>
        <p:sp>
          <p:nvSpPr>
            <p:cNvPr id="87" name="Google Shape;87;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8" name="Google Shape;88;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9" name="Google Shape;89;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90" name="Google Shape;90;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1" name="Google Shape;91;p4"/>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92" name="Google Shape;92;p4"/>
          <p:cNvSpPr txBox="1"/>
          <p:nvPr/>
        </p:nvSpPr>
        <p:spPr>
          <a:xfrm>
            <a:off x="490594" y="10869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93" name="Google Shape;93;p4"/>
          <p:cNvGrpSpPr/>
          <p:nvPr/>
        </p:nvGrpSpPr>
        <p:grpSpPr>
          <a:xfrm>
            <a:off x="372224" y="1193225"/>
            <a:ext cx="137818" cy="187200"/>
            <a:chOff x="507100" y="1997600"/>
            <a:chExt cx="158375" cy="187200"/>
          </a:xfrm>
        </p:grpSpPr>
        <p:sp>
          <p:nvSpPr>
            <p:cNvPr id="94" name="Google Shape;94;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4"/>
          <p:cNvSpPr txBox="1"/>
          <p:nvPr/>
        </p:nvSpPr>
        <p:spPr>
          <a:xfrm>
            <a:off x="3314919" y="10869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97" name="Google Shape;97;p4"/>
          <p:cNvGrpSpPr/>
          <p:nvPr/>
        </p:nvGrpSpPr>
        <p:grpSpPr>
          <a:xfrm>
            <a:off x="3196549" y="1193225"/>
            <a:ext cx="137818" cy="187200"/>
            <a:chOff x="507100" y="1997600"/>
            <a:chExt cx="158375" cy="187200"/>
          </a:xfrm>
        </p:grpSpPr>
        <p:sp>
          <p:nvSpPr>
            <p:cNvPr id="98" name="Google Shape;98;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 name="Google Shape;100;p4"/>
          <p:cNvSpPr txBox="1"/>
          <p:nvPr/>
        </p:nvSpPr>
        <p:spPr>
          <a:xfrm>
            <a:off x="3314919" y="39101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101" name="Google Shape;101;p4"/>
          <p:cNvGrpSpPr/>
          <p:nvPr/>
        </p:nvGrpSpPr>
        <p:grpSpPr>
          <a:xfrm>
            <a:off x="3196549" y="4016425"/>
            <a:ext cx="137818" cy="187200"/>
            <a:chOff x="507100" y="1997600"/>
            <a:chExt cx="158375" cy="187200"/>
          </a:xfrm>
        </p:grpSpPr>
        <p:sp>
          <p:nvSpPr>
            <p:cNvPr id="102" name="Google Shape;102;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4"/>
          <p:cNvGrpSpPr/>
          <p:nvPr/>
        </p:nvGrpSpPr>
        <p:grpSpPr>
          <a:xfrm>
            <a:off x="172050" y="4643025"/>
            <a:ext cx="2852450" cy="2183285"/>
            <a:chOff x="404700" y="4541500"/>
            <a:chExt cx="2852450" cy="2183285"/>
          </a:xfrm>
        </p:grpSpPr>
        <p:sp>
          <p:nvSpPr>
            <p:cNvPr id="105" name="Google Shape;105;p4"/>
            <p:cNvSpPr/>
            <p:nvPr/>
          </p:nvSpPr>
          <p:spPr>
            <a:xfrm>
              <a:off x="404700" y="4574127"/>
              <a:ext cx="2758200" cy="21480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452450" y="4614885"/>
              <a:ext cx="2804700" cy="21099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txBox="1"/>
            <p:nvPr/>
          </p:nvSpPr>
          <p:spPr>
            <a:xfrm>
              <a:off x="643125" y="4541500"/>
              <a:ext cx="259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sp>
          <p:nvSpPr>
            <p:cNvPr id="108" name="Google Shape;108;p4"/>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4"/>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 name="Google Shape;110;p4"/>
          <p:cNvSpPr/>
          <p:nvPr/>
        </p:nvSpPr>
        <p:spPr>
          <a:xfrm>
            <a:off x="3668950" y="6615125"/>
            <a:ext cx="3184200" cy="2495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p:nvPr/>
        </p:nvSpPr>
        <p:spPr>
          <a:xfrm>
            <a:off x="1043125" y="7288425"/>
            <a:ext cx="2573100" cy="22614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ph idx="2" type="pic"/>
          </p:nvPr>
        </p:nvSpPr>
        <p:spPr>
          <a:xfrm>
            <a:off x="3681075" y="6466100"/>
            <a:ext cx="3035400" cy="2495700"/>
          </a:xfrm>
          <a:prstGeom prst="rect">
            <a:avLst/>
          </a:prstGeom>
          <a:noFill/>
          <a:ln cap="flat" cmpd="sng" w="19050">
            <a:solidFill>
              <a:srgbClr val="000000"/>
            </a:solidFill>
            <a:prstDash val="solid"/>
            <a:round/>
            <a:headEnd len="sm" w="sm" type="none"/>
            <a:tailEnd len="sm" w="sm" type="none"/>
          </a:ln>
        </p:spPr>
      </p:sp>
      <p:sp>
        <p:nvSpPr>
          <p:cNvPr id="113" name="Google Shape;113;p4"/>
          <p:cNvSpPr/>
          <p:nvPr>
            <p:ph idx="3" type="pic"/>
          </p:nvPr>
        </p:nvSpPr>
        <p:spPr>
          <a:xfrm>
            <a:off x="1162700" y="7044000"/>
            <a:ext cx="2453400" cy="2398200"/>
          </a:xfrm>
          <a:prstGeom prst="rect">
            <a:avLst/>
          </a:prstGeom>
          <a:noFill/>
          <a:ln cap="flat" cmpd="sng" w="19050">
            <a:solidFill>
              <a:srgbClr val="000000"/>
            </a:solidFill>
            <a:prstDash val="solid"/>
            <a:round/>
            <a:headEnd len="sm" w="sm" type="none"/>
            <a:tailEnd len="sm" w="sm" type="none"/>
          </a:ln>
        </p:spPr>
      </p:sp>
      <p:sp>
        <p:nvSpPr>
          <p:cNvPr id="114" name="Google Shape;114;p4"/>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15" name="Google Shape;115;p4"/>
          <p:cNvSpPr txBox="1"/>
          <p:nvPr>
            <p:ph type="title"/>
          </p:nvPr>
        </p:nvSpPr>
        <p:spPr>
          <a:xfrm>
            <a:off x="190350" y="11200"/>
            <a:ext cx="72909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16" name="Google Shape;116;p4"/>
          <p:cNvSpPr txBox="1"/>
          <p:nvPr>
            <p:ph idx="1" type="subTitle"/>
          </p:nvPr>
        </p:nvSpPr>
        <p:spPr>
          <a:xfrm>
            <a:off x="2226300" y="513400"/>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7" name="Shape 117"/>
        <p:cNvGrpSpPr/>
        <p:nvPr/>
      </p:nvGrpSpPr>
      <p:grpSpPr>
        <a:xfrm>
          <a:off x="0" y="0"/>
          <a:ext cx="0" cy="0"/>
          <a:chOff x="0" y="0"/>
          <a:chExt cx="0" cy="0"/>
        </a:xfrm>
      </p:grpSpPr>
      <p:sp>
        <p:nvSpPr>
          <p:cNvPr id="118" name="Google Shape;118;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9" name="Google Shape;119;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0" name="Google Shape;120;p5"/>
          <p:cNvSpPr txBox="1"/>
          <p:nvPr>
            <p:ph type="title"/>
          </p:nvPr>
        </p:nvSpPr>
        <p:spPr>
          <a:xfrm>
            <a:off x="432000" y="449725"/>
            <a:ext cx="69084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21" name="Google Shape;121;p5"/>
          <p:cNvSpPr txBox="1"/>
          <p:nvPr>
            <p:ph idx="1" type="subTitle"/>
          </p:nvPr>
        </p:nvSpPr>
        <p:spPr>
          <a:xfrm>
            <a:off x="2276700" y="95192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122" name="Google Shape;122;p5"/>
          <p:cNvGrpSpPr/>
          <p:nvPr/>
        </p:nvGrpSpPr>
        <p:grpSpPr>
          <a:xfrm>
            <a:off x="95351" y="1392509"/>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4" name="Google Shape;12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5" name="Google Shape;12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6" name="Google Shape;12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27" name="Google Shape;127;p5"/>
          <p:cNvGrpSpPr/>
          <p:nvPr/>
        </p:nvGrpSpPr>
        <p:grpSpPr>
          <a:xfrm>
            <a:off x="95351" y="4542984"/>
            <a:ext cx="7581691" cy="5901"/>
            <a:chOff x="1890075" y="5241175"/>
            <a:chExt cx="4240556" cy="257700"/>
          </a:xfrm>
        </p:grpSpPr>
        <p:sp>
          <p:nvSpPr>
            <p:cNvPr id="128" name="Google Shape;12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9" name="Google Shape;12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0" name="Google Shape;13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1" name="Google Shape;13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32" name="Google Shape;132;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4980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Overview </a:t>
            </a:r>
            <a:endParaRPr b="1" i="0" sz="1400" u="none" cap="none" strike="noStrike">
              <a:solidFill>
                <a:schemeClr val="dk1"/>
              </a:solidFill>
              <a:latin typeface="Arial"/>
              <a:ea typeface="Arial"/>
              <a:cs typeface="Arial"/>
              <a:sym typeface="Arial"/>
            </a:endParaRPr>
          </a:p>
        </p:txBody>
      </p:sp>
      <p:sp>
        <p:nvSpPr>
          <p:cNvPr id="133" name="Google Shape;133;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Problem</a:t>
            </a:r>
            <a:endParaRPr b="1" i="0" sz="1400" u="none" cap="none" strike="noStrike">
              <a:solidFill>
                <a:schemeClr val="dk1"/>
              </a:solidFill>
              <a:latin typeface="Arial"/>
              <a:ea typeface="Arial"/>
              <a:cs typeface="Arial"/>
              <a:sym typeface="Arial"/>
            </a:endParaRPr>
          </a:p>
        </p:txBody>
      </p:sp>
      <p:sp>
        <p:nvSpPr>
          <p:cNvPr id="134" name="Google Shape;134;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Solution</a:t>
            </a:r>
            <a:endParaRPr b="1" i="0" sz="1400" u="none" cap="none" strike="noStrike">
              <a:solidFill>
                <a:schemeClr val="dk1"/>
              </a:solidFill>
              <a:latin typeface="Arial"/>
              <a:ea typeface="Arial"/>
              <a:cs typeface="Arial"/>
              <a:sym typeface="Arial"/>
            </a:endParaRPr>
          </a:p>
        </p:txBody>
      </p:sp>
      <p:sp>
        <p:nvSpPr>
          <p:cNvPr id="135" name="Google Shape;135;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Details </a:t>
            </a:r>
            <a:endParaRPr b="1" i="0" sz="1400" u="none" cap="none" strike="noStrike">
              <a:solidFill>
                <a:schemeClr val="dk1"/>
              </a:solidFill>
              <a:latin typeface="Arial"/>
              <a:ea typeface="Arial"/>
              <a:cs typeface="Arial"/>
              <a:sym typeface="Arial"/>
            </a:endParaRPr>
          </a:p>
        </p:txBody>
      </p:sp>
      <p:sp>
        <p:nvSpPr>
          <p:cNvPr id="136" name="Google Shape;136;p5"/>
          <p:cNvSpPr/>
          <p:nvPr/>
        </p:nvSpPr>
        <p:spPr>
          <a:xfrm>
            <a:off x="432000" y="76869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Next Steps </a:t>
            </a:r>
            <a:endParaRPr b="1" i="0" sz="1400" u="none" cap="none" strike="noStrike">
              <a:solidFill>
                <a:schemeClr val="dk1"/>
              </a:solidFill>
              <a:latin typeface="Arial"/>
              <a:ea typeface="Arial"/>
              <a:cs typeface="Arial"/>
              <a:sym typeface="Arial"/>
            </a:endParaRPr>
          </a:p>
        </p:txBody>
      </p:sp>
      <p:grpSp>
        <p:nvGrpSpPr>
          <p:cNvPr id="137" name="Google Shape;137;p5"/>
          <p:cNvGrpSpPr/>
          <p:nvPr/>
        </p:nvGrpSpPr>
        <p:grpSpPr>
          <a:xfrm>
            <a:off x="95351" y="7514559"/>
            <a:ext cx="7581691" cy="5901"/>
            <a:chOff x="1890075" y="5241175"/>
            <a:chExt cx="4240556" cy="257700"/>
          </a:xfrm>
        </p:grpSpPr>
        <p:sp>
          <p:nvSpPr>
            <p:cNvPr id="138" name="Google Shape;13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9" name="Google Shape;13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0" name="Google Shape;14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1" name="Google Shape;14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42" name="Google Shape;142;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43" name="Shape 143"/>
        <p:cNvGrpSpPr/>
        <p:nvPr/>
      </p:nvGrpSpPr>
      <p:grpSpPr>
        <a:xfrm>
          <a:off x="0" y="0"/>
          <a:ext cx="0" cy="0"/>
          <a:chOff x="0" y="0"/>
          <a:chExt cx="0" cy="0"/>
        </a:xfrm>
      </p:grpSpPr>
      <p:sp>
        <p:nvSpPr>
          <p:cNvPr id="144" name="Google Shape;144;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sp>
        <p:nvSpPr>
          <p:cNvPr id="145" name="Google Shape;145;p6"/>
          <p:cNvSpPr txBox="1"/>
          <p:nvPr/>
        </p:nvSpPr>
        <p:spPr>
          <a:xfrm>
            <a:off x="6744495" y="427827"/>
            <a:ext cx="1027800" cy="59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grpSp>
        <p:nvGrpSpPr>
          <p:cNvPr id="146" name="Google Shape;146;p6"/>
          <p:cNvGrpSpPr/>
          <p:nvPr/>
        </p:nvGrpSpPr>
        <p:grpSpPr>
          <a:xfrm>
            <a:off x="-16250" y="9048087"/>
            <a:ext cx="7804900" cy="1072407"/>
            <a:chOff x="-19118" y="4617750"/>
            <a:chExt cx="9182236" cy="548378"/>
          </a:xfrm>
        </p:grpSpPr>
        <p:sp>
          <p:nvSpPr>
            <p:cNvPr id="147" name="Google Shape;147;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48" name="Google Shape;148;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49" name="Shape 1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04725" y="246200"/>
            <a:ext cx="69084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0" lvl="0" marL="0" rtl="0" algn="ctr">
              <a:lnSpc>
                <a:spcPct val="95000"/>
              </a:lnSpc>
              <a:spcBef>
                <a:spcPts val="0"/>
              </a:spcBef>
              <a:spcAft>
                <a:spcPts val="0"/>
              </a:spcAft>
              <a:buClr>
                <a:schemeClr val="dk1"/>
              </a:buClr>
              <a:buSzPts val="1100"/>
              <a:buFont typeface="Arial"/>
              <a:buNone/>
            </a:pPr>
            <a:r>
              <a:rPr b="1" lang="en" sz="1600"/>
              <a:t>New York City TLC Project Preliminary Data Summary</a:t>
            </a:r>
            <a:endParaRPr sz="1900"/>
          </a:p>
        </p:txBody>
      </p:sp>
      <p:sp>
        <p:nvSpPr>
          <p:cNvPr id="155" name="Google Shape;155;p8"/>
          <p:cNvSpPr txBox="1"/>
          <p:nvPr>
            <p:ph idx="1" type="subTitle"/>
          </p:nvPr>
        </p:nvSpPr>
        <p:spPr>
          <a:xfrm>
            <a:off x="1941150" y="677675"/>
            <a:ext cx="38901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b="1" lang="en"/>
              <a:t>Executive summary report</a:t>
            </a:r>
            <a:endParaRPr b="1"/>
          </a:p>
          <a:p>
            <a:pPr indent="0" lvl="0" marL="0" rtl="0" algn="ctr">
              <a:lnSpc>
                <a:spcPct val="115000"/>
              </a:lnSpc>
              <a:spcBef>
                <a:spcPts val="0"/>
              </a:spcBef>
              <a:spcAft>
                <a:spcPts val="0"/>
              </a:spcAft>
              <a:buClr>
                <a:schemeClr val="dk1"/>
              </a:buClr>
              <a:buSzPts val="1100"/>
              <a:buFont typeface="Arial"/>
              <a:buNone/>
            </a:pPr>
            <a:r>
              <a:rPr lang="en"/>
              <a:t>Commission Prepared by </a:t>
            </a:r>
            <a:r>
              <a:rPr b="1" lang="en"/>
              <a:t>Automatidata</a:t>
            </a:r>
            <a:endParaRPr b="1"/>
          </a:p>
        </p:txBody>
      </p:sp>
      <p:sp>
        <p:nvSpPr>
          <p:cNvPr id="156" name="Google Shape;156;p8"/>
          <p:cNvSpPr txBox="1"/>
          <p:nvPr/>
        </p:nvSpPr>
        <p:spPr>
          <a:xfrm>
            <a:off x="4051263" y="5448175"/>
            <a:ext cx="3000000" cy="337800"/>
          </a:xfrm>
          <a:prstGeom prst="rect">
            <a:avLst/>
          </a:prstGeom>
          <a:noFill/>
          <a:ln>
            <a:noFill/>
          </a:ln>
        </p:spPr>
        <p:txBody>
          <a:bodyPr anchorCtr="0" anchor="t" bIns="91425" lIns="91425" spcFirstLastPara="1" rIns="91425" wrap="square" tIns="91425">
            <a:spAutoFit/>
          </a:bodyPr>
          <a:lstStyle/>
          <a:p>
            <a:pPr indent="0" lvl="0" marL="0" marR="0" rtl="0" algn="ctr">
              <a:lnSpc>
                <a:spcPct val="85000"/>
              </a:lnSpc>
              <a:spcBef>
                <a:spcPts val="0"/>
              </a:spcBef>
              <a:spcAft>
                <a:spcPts val="0"/>
              </a:spcAft>
              <a:buClr>
                <a:srgbClr val="000000"/>
              </a:buClr>
              <a:buSzPts val="1170"/>
              <a:buFont typeface="Arial"/>
              <a:buNone/>
            </a:pPr>
            <a:r>
              <a:rPr b="1" i="1" lang="en" sz="1170" u="none" cap="none" strike="noStrike">
                <a:solidFill>
                  <a:schemeClr val="dk1"/>
                </a:solidFill>
                <a:latin typeface="Arial"/>
                <a:ea typeface="Arial"/>
                <a:cs typeface="Arial"/>
                <a:sym typeface="Arial"/>
              </a:rPr>
              <a:t>Total_amount variable </a:t>
            </a:r>
            <a:endParaRPr b="1" i="0" sz="1400" u="none" cap="none" strike="noStrike">
              <a:solidFill>
                <a:srgbClr val="000000"/>
              </a:solidFill>
              <a:latin typeface="Arial"/>
              <a:ea typeface="Arial"/>
              <a:cs typeface="Arial"/>
              <a:sym typeface="Arial"/>
            </a:endParaRPr>
          </a:p>
        </p:txBody>
      </p:sp>
      <p:sp>
        <p:nvSpPr>
          <p:cNvPr id="157" name="Google Shape;157;p8"/>
          <p:cNvSpPr txBox="1"/>
          <p:nvPr/>
        </p:nvSpPr>
        <p:spPr>
          <a:xfrm>
            <a:off x="432000" y="2019013"/>
            <a:ext cx="6908400" cy="1132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350"/>
              </a:spcAft>
              <a:buClr>
                <a:srgbClr val="000000"/>
              </a:buClr>
              <a:buSzPts val="1100"/>
              <a:buFont typeface="Arial"/>
              <a:buNone/>
            </a:pPr>
            <a:r>
              <a:rPr b="0" i="0" lang="en" sz="1100" u="none" cap="none" strike="noStrike">
                <a:solidFill>
                  <a:schemeClr val="dk1"/>
                </a:solidFill>
                <a:latin typeface="Arial"/>
                <a:ea typeface="Arial"/>
                <a:cs typeface="Arial"/>
                <a:sym typeface="Arial"/>
              </a:rPr>
              <a:t>The NYC Taxi &amp; Limousine Commission has contracted with Automatidata to build a regression model that predicts taxi cab fares. In this part of the project, the Automatidata data team performed a preliminary inspection of the data supplied by the NYC Taxi and Limousine Commission in order to inform the team of key data variable descriptions, and ensure the information provided is suitable for generating clear and meaningful insights.</a:t>
            </a:r>
            <a:endParaRPr b="0" i="0" sz="1100" u="none" cap="none" strike="noStrike">
              <a:solidFill>
                <a:schemeClr val="dk1"/>
              </a:solidFill>
              <a:latin typeface="Arial"/>
              <a:ea typeface="Arial"/>
              <a:cs typeface="Arial"/>
              <a:sym typeface="Arial"/>
            </a:endParaRPr>
          </a:p>
        </p:txBody>
      </p:sp>
      <p:sp>
        <p:nvSpPr>
          <p:cNvPr id="158" name="Google Shape;158;p8"/>
          <p:cNvSpPr txBox="1"/>
          <p:nvPr/>
        </p:nvSpPr>
        <p:spPr>
          <a:xfrm>
            <a:off x="3701450" y="3674475"/>
            <a:ext cx="3639000" cy="1877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This dataset includes variables that should be helpful for building prediction model(s) on taxi cab ride fares. </a:t>
            </a:r>
            <a:endParaRPr b="0" i="0" sz="1100" u="none" cap="none" strike="noStrike">
              <a:solidFill>
                <a:schemeClr val="dk1"/>
              </a:solidFill>
              <a:latin typeface="Arial"/>
              <a:ea typeface="Arial"/>
              <a:cs typeface="Arial"/>
              <a:sym typeface="Arial"/>
            </a:endParaRPr>
          </a:p>
          <a:p>
            <a:pPr indent="-298450" lvl="0" marL="457200" marR="0" rtl="0" algn="l">
              <a:lnSpc>
                <a:spcPct val="150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The identified unusual values are trips that are a short distance but have high charges associated with them, as shown in the total_amount variable. Reference screenshots:</a:t>
            </a:r>
            <a:endParaRPr b="0" i="0" sz="1100" u="none" cap="none" strike="noStrike">
              <a:solidFill>
                <a:schemeClr val="dk1"/>
              </a:solidFill>
              <a:latin typeface="Arial"/>
              <a:ea typeface="Arial"/>
              <a:cs typeface="Arial"/>
              <a:sym typeface="Arial"/>
            </a:endParaRPr>
          </a:p>
        </p:txBody>
      </p:sp>
      <p:sp>
        <p:nvSpPr>
          <p:cNvPr id="159" name="Google Shape;159;p8"/>
          <p:cNvSpPr txBox="1"/>
          <p:nvPr>
            <p:ph idx="3" type="body"/>
          </p:nvPr>
        </p:nvSpPr>
        <p:spPr>
          <a:xfrm>
            <a:off x="438151" y="3762950"/>
            <a:ext cx="3407700" cy="2370000"/>
          </a:xfrm>
          <a:prstGeom prst="rect">
            <a:avLst/>
          </a:prstGeom>
          <a:noFill/>
          <a:ln>
            <a:noFill/>
          </a:ln>
        </p:spPr>
        <p:txBody>
          <a:bodyPr anchorCtr="0" anchor="t" bIns="91425" lIns="57150"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Arial"/>
              <a:buChar char="●"/>
            </a:pPr>
            <a:r>
              <a:rPr lang="en" sz="1100">
                <a:solidFill>
                  <a:schemeClr val="dk1"/>
                </a:solidFill>
              </a:rPr>
              <a:t>Explored dataset to find any unusual values.</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Arial"/>
              <a:buChar char="●"/>
            </a:pPr>
            <a:r>
              <a:rPr lang="en" sz="1100">
                <a:solidFill>
                  <a:schemeClr val="dk1"/>
                </a:solidFill>
              </a:rPr>
              <a:t>Considered which variables are most useful to build predictive models (in this case: total_amount and trip_distance, which work together to depict a taxi cab ride).</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Arial"/>
              <a:buChar char="●"/>
            </a:pPr>
            <a:r>
              <a:rPr lang="en" sz="1100">
                <a:solidFill>
                  <a:schemeClr val="dk1"/>
                </a:solidFill>
              </a:rPr>
              <a:t>Considered potential interactions between the two chosen variables.</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Arial"/>
              <a:buChar char="●"/>
            </a:pPr>
            <a:r>
              <a:rPr lang="en" sz="1100">
                <a:solidFill>
                  <a:schemeClr val="dk1"/>
                </a:solidFill>
              </a:rPr>
              <a:t>Examined which components of the provided data will provide relevant insights.</a:t>
            </a:r>
            <a:endParaRPr sz="1100">
              <a:solidFill>
                <a:schemeClr val="dk1"/>
              </a:solidFill>
            </a:endParaRPr>
          </a:p>
          <a:p>
            <a:pPr indent="-298450" lvl="0" marL="457200" rtl="0" algn="l">
              <a:lnSpc>
                <a:spcPct val="115000"/>
              </a:lnSpc>
              <a:spcBef>
                <a:spcPts val="1000"/>
              </a:spcBef>
              <a:spcAft>
                <a:spcPts val="1000"/>
              </a:spcAft>
              <a:buClr>
                <a:schemeClr val="dk1"/>
              </a:buClr>
              <a:buSzPts val="1100"/>
              <a:buFont typeface="Arial"/>
              <a:buChar char="●"/>
            </a:pPr>
            <a:r>
              <a:rPr lang="en" sz="1100">
                <a:solidFill>
                  <a:schemeClr val="dk1"/>
                </a:solidFill>
              </a:rPr>
              <a:t>Built the groundwork for future exploratory data analysis, visualizations, and models.</a:t>
            </a:r>
            <a:endParaRPr sz="1100">
              <a:solidFill>
                <a:schemeClr val="dk1"/>
              </a:solidFill>
            </a:endParaRPr>
          </a:p>
        </p:txBody>
      </p:sp>
      <p:sp>
        <p:nvSpPr>
          <p:cNvPr id="160" name="Google Shape;160;p8"/>
          <p:cNvSpPr txBox="1"/>
          <p:nvPr>
            <p:ph idx="4" type="body"/>
          </p:nvPr>
        </p:nvSpPr>
        <p:spPr>
          <a:xfrm>
            <a:off x="438150" y="7050750"/>
            <a:ext cx="3407700" cy="2255400"/>
          </a:xfrm>
          <a:prstGeom prst="rect">
            <a:avLst/>
          </a:prstGeom>
          <a:noFill/>
          <a:ln>
            <a:noFill/>
          </a:ln>
        </p:spPr>
        <p:txBody>
          <a:bodyPr anchorCtr="0" anchor="t" bIns="91425" lIns="57150" spcFirstLastPara="1" rIns="91425" wrap="square" tIns="91425">
            <a:normAutofit/>
          </a:bodyPr>
          <a:lstStyle/>
          <a:p>
            <a:pPr indent="-298450" lvl="0" marL="457200" rtl="0" algn="l">
              <a:lnSpc>
                <a:spcPct val="135714"/>
              </a:lnSpc>
              <a:spcBef>
                <a:spcPts val="0"/>
              </a:spcBef>
              <a:spcAft>
                <a:spcPts val="0"/>
              </a:spcAft>
              <a:buClr>
                <a:schemeClr val="dk1"/>
              </a:buClr>
              <a:buSzPts val="1100"/>
              <a:buFont typeface="Arial"/>
              <a:buAutoNum type="arabicPeriod"/>
            </a:pPr>
            <a:r>
              <a:rPr lang="en" sz="1100">
                <a:solidFill>
                  <a:schemeClr val="dk1"/>
                </a:solidFill>
              </a:rPr>
              <a:t>Conduct a complete exploratory data analysis.</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Arial"/>
              <a:buAutoNum type="arabicPeriod"/>
            </a:pPr>
            <a:r>
              <a:rPr lang="en" sz="1100">
                <a:solidFill>
                  <a:schemeClr val="dk1"/>
                </a:solidFill>
              </a:rPr>
              <a:t>Perform any data cleaning and data analysis steps to understand unusual variables (e.g., outliers).</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Arial"/>
              <a:buAutoNum type="arabicPeriod"/>
            </a:pPr>
            <a:r>
              <a:rPr lang="en" sz="1100">
                <a:solidFill>
                  <a:schemeClr val="dk1"/>
                </a:solidFill>
              </a:rPr>
              <a:t>Use descriptive statistics to learn more about the data. </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Arial"/>
              <a:buAutoNum type="arabicPeriod"/>
            </a:pPr>
            <a:r>
              <a:rPr lang="en" sz="1100">
                <a:solidFill>
                  <a:schemeClr val="dk1"/>
                </a:solidFill>
              </a:rPr>
              <a:t>Create and run a regression model.</a:t>
            </a:r>
            <a:endParaRPr sz="1100">
              <a:solidFill>
                <a:schemeClr val="dk1"/>
              </a:solidFill>
            </a:endParaRPr>
          </a:p>
          <a:p>
            <a:pPr indent="0" lvl="0" marL="0" rtl="0" algn="l">
              <a:lnSpc>
                <a:spcPct val="115000"/>
              </a:lnSpc>
              <a:spcBef>
                <a:spcPts val="0"/>
              </a:spcBef>
              <a:spcAft>
                <a:spcPts val="1200"/>
              </a:spcAft>
              <a:buSzPts val="1200"/>
              <a:buNone/>
            </a:pPr>
            <a:r>
              <a:t/>
            </a:r>
            <a:endParaRPr/>
          </a:p>
        </p:txBody>
      </p:sp>
      <p:sp>
        <p:nvSpPr>
          <p:cNvPr id="161" name="Google Shape;161;p8"/>
          <p:cNvSpPr txBox="1"/>
          <p:nvPr>
            <p:ph idx="6" type="subTitle"/>
          </p:nvPr>
        </p:nvSpPr>
        <p:spPr>
          <a:xfrm>
            <a:off x="4051275" y="9304325"/>
            <a:ext cx="3219000" cy="620400"/>
          </a:xfrm>
          <a:prstGeom prst="rect">
            <a:avLst/>
          </a:prstGeom>
          <a:noFill/>
          <a:ln>
            <a:noFill/>
          </a:ln>
        </p:spPr>
        <p:txBody>
          <a:bodyPr anchorCtr="0" anchor="t" bIns="91425" lIns="91425" spcFirstLastPara="1" rIns="91425" wrap="square" tIns="91425">
            <a:noAutofit/>
          </a:bodyPr>
          <a:lstStyle/>
          <a:p>
            <a:pPr indent="0" lvl="0" marL="0" rtl="0" algn="ctr">
              <a:lnSpc>
                <a:spcPct val="85000"/>
              </a:lnSpc>
              <a:spcBef>
                <a:spcPts val="0"/>
              </a:spcBef>
              <a:spcAft>
                <a:spcPts val="0"/>
              </a:spcAft>
              <a:buClr>
                <a:schemeClr val="dk1"/>
              </a:buClr>
              <a:buSzPts val="770"/>
              <a:buFont typeface="Arial"/>
              <a:buNone/>
            </a:pPr>
            <a:r>
              <a:rPr lang="en" sz="1000">
                <a:solidFill>
                  <a:schemeClr val="dk1"/>
                </a:solidFill>
              </a:rPr>
              <a:t>[Alt-text] The total_amount variable indicates the necessity of further analyzing outlier variables.</a:t>
            </a:r>
            <a:endParaRPr/>
          </a:p>
        </p:txBody>
      </p:sp>
      <p:pic>
        <p:nvPicPr>
          <p:cNvPr id="162" name="Google Shape;162;p8"/>
          <p:cNvPicPr preferRelativeResize="0"/>
          <p:nvPr/>
        </p:nvPicPr>
        <p:blipFill rotWithShape="1">
          <a:blip r:embed="rId3">
            <a:alphaModFix/>
          </a:blip>
          <a:srcRect b="0" l="0" r="0" t="0"/>
          <a:stretch/>
        </p:blipFill>
        <p:spPr>
          <a:xfrm>
            <a:off x="4465575" y="5695575"/>
            <a:ext cx="876200" cy="3593225"/>
          </a:xfrm>
          <a:prstGeom prst="rect">
            <a:avLst/>
          </a:prstGeom>
          <a:noFill/>
          <a:ln>
            <a:noFill/>
          </a:ln>
        </p:spPr>
      </p:pic>
      <p:pic>
        <p:nvPicPr>
          <p:cNvPr id="163" name="Google Shape;163;p8"/>
          <p:cNvPicPr preferRelativeResize="0"/>
          <p:nvPr/>
        </p:nvPicPr>
        <p:blipFill rotWithShape="1">
          <a:blip r:embed="rId4">
            <a:alphaModFix/>
          </a:blip>
          <a:srcRect b="0" l="0" r="0" t="0"/>
          <a:stretch/>
        </p:blipFill>
        <p:spPr>
          <a:xfrm>
            <a:off x="5504300" y="5695575"/>
            <a:ext cx="737276" cy="3593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