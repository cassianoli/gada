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af6ec420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af6ec420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4ff7c7c9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84ff7c7c9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af6ec420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af6ec420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cxSOOIyqTB0XODKbMPnPYI7v6-yCRUx9/view?usp=drive_link" TargetMode="External"/><Relationship Id="rId10" Type="http://schemas.openxmlformats.org/officeDocument/2006/relationships/hyperlink" Target="https://docs.google.com/presentation/d/1CTBOS24U7HTdAsR60Hb59EPXqehcc2h6Q1pcMoIkiWg/edit?usp=drive_link" TargetMode="External"/><Relationship Id="rId13" Type="http://schemas.openxmlformats.org/officeDocument/2006/relationships/hyperlink" Target="https://docs.google.com/document/d/11hlTjNzRRc_BPudIzl1RX9ASKs_n0NqGNvgDGhNxbpI/edit?usp=drive_link" TargetMode="External"/><Relationship Id="rId12" Type="http://schemas.openxmlformats.org/officeDocument/2006/relationships/hyperlink" Target="https://drive.google.com/file/d/12md-HkxtxSpB8PdcvUSMb3T6J27UXT_W/view?usp=drive_lin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LTtGViw6yZKRcPKxRHDI3kNRr47eq4CJ80q3WVUUS2Y/edit?usp=drive_link" TargetMode="External"/><Relationship Id="rId9" Type="http://schemas.openxmlformats.org/officeDocument/2006/relationships/hyperlink" Target="https://docs.google.com/presentation/d/1nxUPzuYvzoB7nhcBadZfL_Qa0S74Zh6tzkwNH1c8418/edit?usp=drive_link" TargetMode="External"/><Relationship Id="rId15" Type="http://schemas.openxmlformats.org/officeDocument/2006/relationships/hyperlink" Target="https://docs.google.com/presentation/d/1zBDQGUJkWzvY3La4utLQQL2mFThEHP-utRr1XjNY5y8/edit?usp=drive_link" TargetMode="External"/><Relationship Id="rId14" Type="http://schemas.openxmlformats.org/officeDocument/2006/relationships/hyperlink" Target="https://docs.google.com/presentation/d/1CJgCyDkoAO7lUI2dElCR_1P0LPuDTB9vzGaIIpeOfbQ/edit?usp=drive_link" TargetMode="External"/><Relationship Id="rId17" Type="http://schemas.openxmlformats.org/officeDocument/2006/relationships/hyperlink" Target="https://drive.google.com/file/d/1rQ0OQdQfg62uIxUIelI-4R1BvN6Hedj5/view?usp=drive_link" TargetMode="External"/><Relationship Id="rId16" Type="http://schemas.openxmlformats.org/officeDocument/2006/relationships/hyperlink" Target="https://drive.google.com/file/d/1Qi3Ij3HqMiPFY6CuoXBXaBJyUi7oAlqq/view?usp=drive_link" TargetMode="External"/><Relationship Id="rId5" Type="http://schemas.openxmlformats.org/officeDocument/2006/relationships/hyperlink" Target="https://docs.google.com/document/d/1mN3CNUJjozkkZLO19xJGv9YsBF3XgqeuyetSm3uUSzg/edit?usp=drive_link" TargetMode="External"/><Relationship Id="rId6" Type="http://schemas.openxmlformats.org/officeDocument/2006/relationships/hyperlink" Target="https://docs.google.com/document/d/1MkOff4jFmEYmNMF6-1bd6z1nIUZ74zXO_iICaJ1__7A/edit?usp=drive_link" TargetMode="External"/><Relationship Id="rId7" Type="http://schemas.openxmlformats.org/officeDocument/2006/relationships/hyperlink" Target="https://docs.google.com/document/d/16TDke0OtGsTibbMCAeAiRkW717UrkRfKi4MaXao0hoc/edit?usp=drive_link" TargetMode="External"/><Relationship Id="rId8" Type="http://schemas.openxmlformats.org/officeDocument/2006/relationships/hyperlink" Target="https://docs.google.com/document/d/1xqUwcoaOtcYnV_Nyv1Keywono_vZTle90pHkZwRFfhQ/edit?usp=drive_link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cHqRjLf1oRnTfJaacXSmY8u5q1WgTVt4/view?usp=drive_link" TargetMode="External"/><Relationship Id="rId10" Type="http://schemas.openxmlformats.org/officeDocument/2006/relationships/hyperlink" Target="https://docs.google.com/presentation/d/1qMydny6Il_SggMdVqEWRYxFXLxSShiY02j3Vq6NJ2UA/edit?usp=drive_link" TargetMode="External"/><Relationship Id="rId13" Type="http://schemas.openxmlformats.org/officeDocument/2006/relationships/hyperlink" Target="https://docs.google.com/document/d/1mDt_6iRTWMCW_NzsjboiB-R4AMrYJAnjsH-ySEjqal0/edit?usp=drive_link" TargetMode="External"/><Relationship Id="rId12" Type="http://schemas.openxmlformats.org/officeDocument/2006/relationships/hyperlink" Target="https://drive.google.com/file/d/1gNK13UMpRLmOoDDPBz-MxuAJsw0gmkSO/view?usp=drive_lin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2M1PbnYUM3-uj03tA_7l5d6NICSP9d-UxyUVuZRcECA/edit?usp=drive_link" TargetMode="External"/><Relationship Id="rId9" Type="http://schemas.openxmlformats.org/officeDocument/2006/relationships/hyperlink" Target="https://docs.google.com/presentation/d/1b-pFEDXzafbAMEBE8T482h8LljiRds0fnQeIsXBYuP0/edit?usp=drive_link" TargetMode="External"/><Relationship Id="rId15" Type="http://schemas.openxmlformats.org/officeDocument/2006/relationships/hyperlink" Target="https://docs.google.com/presentation/d/18P9DRX24oCm2D4BynkzKzHPZf6U61lRO7UY9sqj-Yjo/edit?usp=drive_link" TargetMode="External"/><Relationship Id="rId14" Type="http://schemas.openxmlformats.org/officeDocument/2006/relationships/hyperlink" Target="https://docs.google.com/presentation/d/1JCTJbF4XADSV5Crk8WSQy6mhgChQsa0aD4IWNVVUeOY/edit?usp=drive_link" TargetMode="External"/><Relationship Id="rId17" Type="http://schemas.openxmlformats.org/officeDocument/2006/relationships/hyperlink" Target="https://drive.google.com/file/d/1KJUgD8RZZedYu8SXRz1T6a5Mt82qaf1T/view?usp=drive_link" TargetMode="External"/><Relationship Id="rId16" Type="http://schemas.openxmlformats.org/officeDocument/2006/relationships/hyperlink" Target="https://drive.google.com/file/d/133gszFiUi31skBjS4CukwRKb9CEs2VeV/view?usp=drive_link" TargetMode="External"/><Relationship Id="rId5" Type="http://schemas.openxmlformats.org/officeDocument/2006/relationships/hyperlink" Target="https://docs.google.com/document/d/1jMr0J0z-GWnd7T8xEIkysppQNq9qeKiNnED4ZsG2_zQ/edit?usp=drive_link" TargetMode="External"/><Relationship Id="rId6" Type="http://schemas.openxmlformats.org/officeDocument/2006/relationships/hyperlink" Target="https://docs.google.com/document/d/1U5bLEPOkuALQOw8aIdbs1X_E3FnjB1BgEZAewVCz6mA/edit?usp=drive_link" TargetMode="External"/><Relationship Id="rId7" Type="http://schemas.openxmlformats.org/officeDocument/2006/relationships/hyperlink" Target="https://docs.google.com/document/d/1vT4ba_C5axXKo60XJiQvEYY3_Xfg3NHemEiqUNiL4s8/edit?usp=drive_link" TargetMode="External"/><Relationship Id="rId8" Type="http://schemas.openxmlformats.org/officeDocument/2006/relationships/hyperlink" Target="https://docs.google.com/document/d/1JIPICVI9jxkxH2xU-LQRNEjXcNdh7B6PNKNtV_8haUs/edit?usp=drive_link" TargetMode="Externa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hyperlink" Target="https://drive.google.com/file/d/1bNM7v5EcJIeNa6STpNu1T3W9-9A-MJm5/view?usp=drive_link" TargetMode="External"/><Relationship Id="rId10" Type="http://schemas.openxmlformats.org/officeDocument/2006/relationships/hyperlink" Target="https://drive.google.com/file/d/1YmVTsE6QlchSsNXM-0yhg7j7tmqBRGE6/view?usp=drive_link" TargetMode="External"/><Relationship Id="rId13" Type="http://schemas.openxmlformats.org/officeDocument/2006/relationships/hyperlink" Target="https://docs.google.com/presentation/d/17kx5IhSxg4y9Z-UWafkpaceZ6DnWTk9PzdZTEoG1v-w/edit?usp=drive_link" TargetMode="External"/><Relationship Id="rId12" Type="http://schemas.openxmlformats.org/officeDocument/2006/relationships/hyperlink" Target="https://docs.google.com/document/d/170NxXswjRFHaKVvyMtlyiSRlCP-Y_DuqBsjBg5ZYzxo/edit?usp=drive_lin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docs.google.com/document/d/1nVI7KfgbLRiirdWyHvB2nWeT4XeS8I1AfsmZsTC1nP8/edit?usp=drive_link" TargetMode="External"/><Relationship Id="rId9" Type="http://schemas.openxmlformats.org/officeDocument/2006/relationships/hyperlink" Target="https://docs.google.com/presentation/d/11shTwRnWDr_3GsDozeamPACIvC_zsLYnLkVXesfEzXQ/edit?usp=drive_link" TargetMode="External"/><Relationship Id="rId15" Type="http://schemas.openxmlformats.org/officeDocument/2006/relationships/hyperlink" Target="https://drive.google.com/file/d/1oBSXHegmdwn7SkSNEns6Sbb_OYG8imVj/view?usp=drive_link" TargetMode="External"/><Relationship Id="rId14" Type="http://schemas.openxmlformats.org/officeDocument/2006/relationships/hyperlink" Target="https://docs.google.com/presentation/d/1JDXbeTH39oO8BX5UWyIx3Cf9EjyEP3CR1a8ydewMSYA/edit?usp=drive_link" TargetMode="External"/><Relationship Id="rId16" Type="http://schemas.openxmlformats.org/officeDocument/2006/relationships/hyperlink" Target="https://drive.google.com/file/d/1LTDNzEXfplmmNU8fpiMPDbyUaTQYNOzi/view?usp=drive_link" TargetMode="External"/><Relationship Id="rId5" Type="http://schemas.openxmlformats.org/officeDocument/2006/relationships/hyperlink" Target="https://docs.google.com/document/d/1LJkZqoyiYGRYOTOw7ZZIPaDV3LF7IFunZCyxAZGMxUM/edit?usp=drive_link" TargetMode="External"/><Relationship Id="rId6" Type="http://schemas.openxmlformats.org/officeDocument/2006/relationships/hyperlink" Target="https://docs.google.com/document/d/1yvaN0lnlS_NzcGUKd1Qyq76Jbk7ZWHB6jMHNjdiqtsM/edit?usp=drive_link" TargetMode="External"/><Relationship Id="rId7" Type="http://schemas.openxmlformats.org/officeDocument/2006/relationships/hyperlink" Target="https://docs.google.com/document/d/1bOW1Vuyt0rc4z-G-vc4UZAVTFxi4aDqsn5VCRUBIibM/edit?usp=drive_link" TargetMode="External"/><Relationship Id="rId8" Type="http://schemas.openxmlformats.org/officeDocument/2006/relationships/hyperlink" Target="https://docs.google.com/document/d/1-dpgo1oKliC4JV79XhUOivJIJPjg_0ZVyAnA_WD-vQA/edit?usp=drive_lin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44412"/>
            <a:ext cx="8839200" cy="18120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2" cy="1486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20223" l="4264" r="86382" t="0"/>
          <a:stretch/>
        </p:blipFill>
        <p:spPr>
          <a:xfrm>
            <a:off x="528088" y="827575"/>
            <a:ext cx="826776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5357" l="31044" r="58912" t="0"/>
          <a:stretch/>
        </p:blipFill>
        <p:spPr>
          <a:xfrm>
            <a:off x="2546638" y="767388"/>
            <a:ext cx="887724" cy="17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20223" l="18394" r="73336" t="0"/>
          <a:stretch/>
        </p:blipFill>
        <p:spPr>
          <a:xfrm>
            <a:off x="1585226" y="827575"/>
            <a:ext cx="731048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17512" l="45864" r="44783" t="0"/>
          <a:stretch/>
        </p:blipFill>
        <p:spPr>
          <a:xfrm>
            <a:off x="3856199" y="803025"/>
            <a:ext cx="826776" cy="1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11995" l="71811" r="17064" t="0"/>
          <a:stretch/>
        </p:blipFill>
        <p:spPr>
          <a:xfrm>
            <a:off x="6427377" y="803013"/>
            <a:ext cx="983448" cy="159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4721864" y="827588"/>
            <a:ext cx="1475150" cy="1594650"/>
            <a:chOff x="5250825" y="412825"/>
            <a:chExt cx="1475150" cy="1594650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3">
              <a:alphaModFix/>
            </a:blip>
            <a:srcRect b="11995" l="56910" r="30191" t="0"/>
            <a:stretch/>
          </p:blipFill>
          <p:spPr>
            <a:xfrm>
              <a:off x="5451000" y="412825"/>
              <a:ext cx="1140100" cy="15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" name="Google Shape;67;p14"/>
            <p:cNvSpPr/>
            <p:nvPr/>
          </p:nvSpPr>
          <p:spPr>
            <a:xfrm>
              <a:off x="5250825" y="876100"/>
              <a:ext cx="321900" cy="452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6404075" y="805450"/>
              <a:ext cx="321900" cy="64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5357" l="85839" r="4118" t="0"/>
          <a:stretch/>
        </p:blipFill>
        <p:spPr>
          <a:xfrm>
            <a:off x="7641188" y="803025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2696550" y="143550"/>
            <a:ext cx="375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SCENARIO AUTOMATIDATA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71" name="Google Shape;71;p14"/>
          <p:cNvCxnSpPr/>
          <p:nvPr/>
        </p:nvCxnSpPr>
        <p:spPr>
          <a:xfrm flipH="1">
            <a:off x="364391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4"/>
          <p:cNvCxnSpPr/>
          <p:nvPr/>
        </p:nvCxnSpPr>
        <p:spPr>
          <a:xfrm flipH="1">
            <a:off x="251328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4"/>
          <p:cNvCxnSpPr/>
          <p:nvPr/>
        </p:nvCxnSpPr>
        <p:spPr>
          <a:xfrm flipH="1">
            <a:off x="142953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4"/>
          <p:cNvCxnSpPr/>
          <p:nvPr/>
        </p:nvCxnSpPr>
        <p:spPr>
          <a:xfrm flipH="1">
            <a:off x="75246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 flipH="1">
            <a:off x="624946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4"/>
          <p:cNvCxnSpPr/>
          <p:nvPr/>
        </p:nvCxnSpPr>
        <p:spPr>
          <a:xfrm flipH="1">
            <a:off x="48577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4"/>
          <p:cNvSpPr/>
          <p:nvPr/>
        </p:nvSpPr>
        <p:spPr>
          <a:xfrm>
            <a:off x="528088" y="24673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>
            <a:hlinkClick r:id="rId4"/>
          </p:cNvPr>
          <p:cNvSpPr txBox="1"/>
          <p:nvPr/>
        </p:nvSpPr>
        <p:spPr>
          <a:xfrm>
            <a:off x="497647" y="24255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79" name="Google Shape;79;p14"/>
          <p:cNvSpPr/>
          <p:nvPr/>
        </p:nvSpPr>
        <p:spPr>
          <a:xfrm>
            <a:off x="458452" y="2912175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>
            <a:hlinkClick r:id="rId5"/>
          </p:cNvPr>
          <p:cNvSpPr txBox="1"/>
          <p:nvPr/>
        </p:nvSpPr>
        <p:spPr>
          <a:xfrm>
            <a:off x="458453" y="2870325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81" name="Google Shape;81;p14"/>
          <p:cNvSpPr/>
          <p:nvPr/>
        </p:nvSpPr>
        <p:spPr>
          <a:xfrm>
            <a:off x="81225" y="75425"/>
            <a:ext cx="139200" cy="130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155099" y="-5575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My Project</a:t>
            </a:r>
            <a:endParaRPr sz="300"/>
          </a:p>
        </p:txBody>
      </p:sp>
      <p:sp>
        <p:nvSpPr>
          <p:cNvPr id="83" name="Google Shape;83;p14"/>
          <p:cNvSpPr/>
          <p:nvPr/>
        </p:nvSpPr>
        <p:spPr>
          <a:xfrm>
            <a:off x="81225" y="287850"/>
            <a:ext cx="139200" cy="130500"/>
          </a:xfrm>
          <a:prstGeom prst="ellipse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155099" y="206850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Exemplar</a:t>
            </a:r>
            <a:endParaRPr sz="300"/>
          </a:p>
        </p:txBody>
      </p:sp>
      <p:sp>
        <p:nvSpPr>
          <p:cNvPr id="85" name="Google Shape;85;p14"/>
          <p:cNvSpPr/>
          <p:nvPr/>
        </p:nvSpPr>
        <p:spPr>
          <a:xfrm>
            <a:off x="497613" y="3463925"/>
            <a:ext cx="8268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4">
            <a:hlinkClick r:id="rId6"/>
          </p:cNvPr>
          <p:cNvSpPr txBox="1"/>
          <p:nvPr/>
        </p:nvSpPr>
        <p:spPr>
          <a:xfrm>
            <a:off x="467172" y="34220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87" name="Google Shape;87;p14"/>
          <p:cNvSpPr/>
          <p:nvPr/>
        </p:nvSpPr>
        <p:spPr>
          <a:xfrm>
            <a:off x="476455" y="3882650"/>
            <a:ext cx="869033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>
            <a:hlinkClick r:id="rId7"/>
          </p:cNvPr>
          <p:cNvSpPr txBox="1"/>
          <p:nvPr/>
        </p:nvSpPr>
        <p:spPr>
          <a:xfrm>
            <a:off x="392157" y="3840800"/>
            <a:ext cx="1037745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89" name="Google Shape;89;p14"/>
          <p:cNvSpPr/>
          <p:nvPr/>
        </p:nvSpPr>
        <p:spPr>
          <a:xfrm>
            <a:off x="1524564" y="2912163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>
            <a:hlinkClick r:id="rId8"/>
          </p:cNvPr>
          <p:cNvSpPr txBox="1"/>
          <p:nvPr/>
        </p:nvSpPr>
        <p:spPr>
          <a:xfrm>
            <a:off x="1524566" y="2870313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91" name="Google Shape;91;p14"/>
          <p:cNvSpPr/>
          <p:nvPr/>
        </p:nvSpPr>
        <p:spPr>
          <a:xfrm>
            <a:off x="1559375" y="24394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>
            <a:hlinkClick r:id="rId9"/>
          </p:cNvPr>
          <p:cNvSpPr txBox="1"/>
          <p:nvPr/>
        </p:nvSpPr>
        <p:spPr>
          <a:xfrm>
            <a:off x="1528925" y="2397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93" name="Google Shape;93;p14"/>
          <p:cNvSpPr/>
          <p:nvPr/>
        </p:nvSpPr>
        <p:spPr>
          <a:xfrm>
            <a:off x="1559975" y="3882650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>
            <a:hlinkClick r:id="rId10"/>
          </p:cNvPr>
          <p:cNvSpPr txBox="1"/>
          <p:nvPr/>
        </p:nvSpPr>
        <p:spPr>
          <a:xfrm>
            <a:off x="1529525" y="384080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grpSp>
        <p:nvGrpSpPr>
          <p:cNvPr id="95" name="Google Shape;95;p14"/>
          <p:cNvGrpSpPr/>
          <p:nvPr/>
        </p:nvGrpSpPr>
        <p:grpSpPr>
          <a:xfrm>
            <a:off x="81225" y="419275"/>
            <a:ext cx="684399" cy="292500"/>
            <a:chOff x="81213" y="411000"/>
            <a:chExt cx="684399" cy="292500"/>
          </a:xfrm>
        </p:grpSpPr>
        <p:sp>
          <p:nvSpPr>
            <p:cNvPr id="96" name="Google Shape;96;p14"/>
            <p:cNvSpPr/>
            <p:nvPr/>
          </p:nvSpPr>
          <p:spPr>
            <a:xfrm>
              <a:off x="81213" y="500275"/>
              <a:ext cx="139200" cy="130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155112" y="411000"/>
              <a:ext cx="610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chemeClr val="dk1"/>
                  </a:solidFill>
                </a:rPr>
                <a:t>Empty</a:t>
              </a:r>
              <a:endParaRPr sz="700">
                <a:solidFill>
                  <a:schemeClr val="dk1"/>
                </a:solidFill>
              </a:endParaRPr>
            </a:p>
          </p:txBody>
        </p:sp>
      </p:grpSp>
      <p:sp>
        <p:nvSpPr>
          <p:cNvPr id="98" name="Google Shape;98;p14"/>
          <p:cNvSpPr/>
          <p:nvPr/>
        </p:nvSpPr>
        <p:spPr>
          <a:xfrm>
            <a:off x="1559363" y="32771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>
            <a:hlinkClick r:id="rId11"/>
          </p:cNvPr>
          <p:cNvSpPr txBox="1"/>
          <p:nvPr/>
        </p:nvSpPr>
        <p:spPr>
          <a:xfrm>
            <a:off x="1528922" y="32353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00" name="Google Shape;100;p14"/>
          <p:cNvSpPr/>
          <p:nvPr/>
        </p:nvSpPr>
        <p:spPr>
          <a:xfrm>
            <a:off x="1524577" y="47462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>
            <a:hlinkClick r:id="rId12"/>
          </p:cNvPr>
          <p:cNvSpPr txBox="1"/>
          <p:nvPr/>
        </p:nvSpPr>
        <p:spPr>
          <a:xfrm>
            <a:off x="1524578" y="4696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02" name="Google Shape;102;p14"/>
          <p:cNvSpPr/>
          <p:nvPr/>
        </p:nvSpPr>
        <p:spPr>
          <a:xfrm>
            <a:off x="2631752" y="302425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>
            <a:hlinkClick r:id="rId13"/>
          </p:cNvPr>
          <p:cNvSpPr txBox="1"/>
          <p:nvPr/>
        </p:nvSpPr>
        <p:spPr>
          <a:xfrm>
            <a:off x="2631753" y="29824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04" name="Google Shape;104;p14"/>
          <p:cNvSpPr/>
          <p:nvPr/>
        </p:nvSpPr>
        <p:spPr>
          <a:xfrm>
            <a:off x="2666563" y="255157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>
            <a:hlinkClick r:id="rId14"/>
          </p:cNvPr>
          <p:cNvSpPr txBox="1"/>
          <p:nvPr/>
        </p:nvSpPr>
        <p:spPr>
          <a:xfrm>
            <a:off x="2636113" y="25097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06" name="Google Shape;106;p14"/>
          <p:cNvSpPr/>
          <p:nvPr/>
        </p:nvSpPr>
        <p:spPr>
          <a:xfrm>
            <a:off x="3844700" y="39244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814250" y="3882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08" name="Google Shape;108;p14"/>
          <p:cNvSpPr/>
          <p:nvPr/>
        </p:nvSpPr>
        <p:spPr>
          <a:xfrm>
            <a:off x="3798077" y="47675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3798078" y="4717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10" name="Google Shape;110;p14"/>
          <p:cNvSpPr/>
          <p:nvPr/>
        </p:nvSpPr>
        <p:spPr>
          <a:xfrm>
            <a:off x="5258625" y="39244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228175" y="3882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12" name="Google Shape;112;p14"/>
          <p:cNvSpPr/>
          <p:nvPr/>
        </p:nvSpPr>
        <p:spPr>
          <a:xfrm>
            <a:off x="5212002" y="47675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212003" y="4717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14" name="Google Shape;114;p14"/>
          <p:cNvSpPr/>
          <p:nvPr/>
        </p:nvSpPr>
        <p:spPr>
          <a:xfrm>
            <a:off x="6549225" y="39244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18775" y="3882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16" name="Google Shape;116;p14"/>
          <p:cNvSpPr/>
          <p:nvPr/>
        </p:nvSpPr>
        <p:spPr>
          <a:xfrm>
            <a:off x="6502602" y="47675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02603" y="4717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18" name="Google Shape;118;p14"/>
          <p:cNvSpPr/>
          <p:nvPr/>
        </p:nvSpPr>
        <p:spPr>
          <a:xfrm>
            <a:off x="7851650" y="3943850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821200" y="390200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20" name="Google Shape;120;p14"/>
          <p:cNvSpPr/>
          <p:nvPr/>
        </p:nvSpPr>
        <p:spPr>
          <a:xfrm>
            <a:off x="7805027" y="4786863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805028" y="4737088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22" name="Google Shape;122;p14"/>
          <p:cNvSpPr/>
          <p:nvPr/>
        </p:nvSpPr>
        <p:spPr>
          <a:xfrm>
            <a:off x="2672475" y="3937675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>
            <a:hlinkClick r:id="rId15"/>
          </p:cNvPr>
          <p:cNvSpPr txBox="1"/>
          <p:nvPr/>
        </p:nvSpPr>
        <p:spPr>
          <a:xfrm>
            <a:off x="2642025" y="38958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24" name="Google Shape;124;p14"/>
          <p:cNvSpPr/>
          <p:nvPr/>
        </p:nvSpPr>
        <p:spPr>
          <a:xfrm>
            <a:off x="2625852" y="4780688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>
            <a:hlinkClick r:id="rId16"/>
          </p:cNvPr>
          <p:cNvSpPr txBox="1"/>
          <p:nvPr/>
        </p:nvSpPr>
        <p:spPr>
          <a:xfrm>
            <a:off x="2625853" y="47309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26" name="Google Shape;126;p14"/>
          <p:cNvSpPr/>
          <p:nvPr/>
        </p:nvSpPr>
        <p:spPr>
          <a:xfrm>
            <a:off x="3803977" y="296601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3803978" y="292416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28" name="Google Shape;128;p14"/>
          <p:cNvSpPr/>
          <p:nvPr/>
        </p:nvSpPr>
        <p:spPr>
          <a:xfrm>
            <a:off x="3838788" y="249333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3808338" y="245148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30" name="Google Shape;130;p14"/>
          <p:cNvSpPr/>
          <p:nvPr/>
        </p:nvSpPr>
        <p:spPr>
          <a:xfrm>
            <a:off x="3838775" y="33310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3808334" y="32891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32" name="Google Shape;132;p14"/>
          <p:cNvSpPr/>
          <p:nvPr/>
        </p:nvSpPr>
        <p:spPr>
          <a:xfrm>
            <a:off x="5106764" y="301986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5106766" y="29780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34" name="Google Shape;134;p14"/>
          <p:cNvSpPr/>
          <p:nvPr/>
        </p:nvSpPr>
        <p:spPr>
          <a:xfrm>
            <a:off x="5141575" y="25471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5111125" y="2505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36" name="Google Shape;136;p14"/>
          <p:cNvSpPr/>
          <p:nvPr/>
        </p:nvSpPr>
        <p:spPr>
          <a:xfrm>
            <a:off x="5141563" y="33848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5111122" y="33430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38" name="Google Shape;138;p14"/>
          <p:cNvSpPr/>
          <p:nvPr/>
        </p:nvSpPr>
        <p:spPr>
          <a:xfrm>
            <a:off x="6498489" y="301986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498491" y="29780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40" name="Google Shape;140;p14"/>
          <p:cNvSpPr/>
          <p:nvPr/>
        </p:nvSpPr>
        <p:spPr>
          <a:xfrm>
            <a:off x="6533300" y="25471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502850" y="2505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42" name="Google Shape;142;p14"/>
          <p:cNvSpPr/>
          <p:nvPr/>
        </p:nvSpPr>
        <p:spPr>
          <a:xfrm>
            <a:off x="6533288" y="33848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6502847" y="33430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44" name="Google Shape;144;p14"/>
          <p:cNvSpPr/>
          <p:nvPr/>
        </p:nvSpPr>
        <p:spPr>
          <a:xfrm>
            <a:off x="7801277" y="307371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7801278" y="303186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46" name="Google Shape;146;p14"/>
          <p:cNvSpPr/>
          <p:nvPr/>
        </p:nvSpPr>
        <p:spPr>
          <a:xfrm>
            <a:off x="7836088" y="260103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7805638" y="255918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48" name="Google Shape;148;p14"/>
          <p:cNvSpPr/>
          <p:nvPr/>
        </p:nvSpPr>
        <p:spPr>
          <a:xfrm>
            <a:off x="7836075" y="34387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7805634" y="33968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50" name="Google Shape;150;p14"/>
          <p:cNvSpPr/>
          <p:nvPr/>
        </p:nvSpPr>
        <p:spPr>
          <a:xfrm>
            <a:off x="2666550" y="338922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>
            <a:hlinkClick r:id="rId17"/>
          </p:cNvPr>
          <p:cNvSpPr txBox="1"/>
          <p:nvPr/>
        </p:nvSpPr>
        <p:spPr>
          <a:xfrm>
            <a:off x="2636109" y="33473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 rotWithShape="1">
          <a:blip r:embed="rId3">
            <a:alphaModFix/>
          </a:blip>
          <a:srcRect b="20223" l="4264" r="86382" t="0"/>
          <a:stretch/>
        </p:blipFill>
        <p:spPr>
          <a:xfrm>
            <a:off x="528088" y="827575"/>
            <a:ext cx="826776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3">
            <a:alphaModFix/>
          </a:blip>
          <a:srcRect b="20223" l="18394" r="73336" t="0"/>
          <a:stretch/>
        </p:blipFill>
        <p:spPr>
          <a:xfrm>
            <a:off x="1585226" y="827575"/>
            <a:ext cx="731048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3">
            <a:alphaModFix/>
          </a:blip>
          <a:srcRect b="17512" l="45864" r="44783" t="0"/>
          <a:stretch/>
        </p:blipFill>
        <p:spPr>
          <a:xfrm>
            <a:off x="3856199" y="803025"/>
            <a:ext cx="826776" cy="1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3">
            <a:alphaModFix/>
          </a:blip>
          <a:srcRect b="11995" l="71811" r="17064" t="0"/>
          <a:stretch/>
        </p:blipFill>
        <p:spPr>
          <a:xfrm>
            <a:off x="6427377" y="803013"/>
            <a:ext cx="983448" cy="159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15"/>
          <p:cNvGrpSpPr/>
          <p:nvPr/>
        </p:nvGrpSpPr>
        <p:grpSpPr>
          <a:xfrm>
            <a:off x="4721864" y="827588"/>
            <a:ext cx="1475150" cy="1594650"/>
            <a:chOff x="5250825" y="412825"/>
            <a:chExt cx="1475150" cy="1594650"/>
          </a:xfrm>
        </p:grpSpPr>
        <p:pic>
          <p:nvPicPr>
            <p:cNvPr id="161" name="Google Shape;161;p15"/>
            <p:cNvPicPr preferRelativeResize="0"/>
            <p:nvPr/>
          </p:nvPicPr>
          <p:blipFill rotWithShape="1">
            <a:blip r:embed="rId3">
              <a:alphaModFix/>
            </a:blip>
            <a:srcRect b="11995" l="56910" r="30191" t="0"/>
            <a:stretch/>
          </p:blipFill>
          <p:spPr>
            <a:xfrm>
              <a:off x="5451000" y="412825"/>
              <a:ext cx="1140100" cy="15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5"/>
            <p:cNvSpPr/>
            <p:nvPr/>
          </p:nvSpPr>
          <p:spPr>
            <a:xfrm>
              <a:off x="5250825" y="876100"/>
              <a:ext cx="321900" cy="452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6404075" y="805450"/>
              <a:ext cx="321900" cy="64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 b="5357" l="85839" r="4118" t="0"/>
          <a:stretch/>
        </p:blipFill>
        <p:spPr>
          <a:xfrm>
            <a:off x="7893138" y="771700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 txBox="1"/>
          <p:nvPr/>
        </p:nvSpPr>
        <p:spPr>
          <a:xfrm>
            <a:off x="2696550" y="143550"/>
            <a:ext cx="375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SCENARIO </a:t>
            </a:r>
            <a:r>
              <a:rPr lang="pt-BR" sz="1800">
                <a:solidFill>
                  <a:schemeClr val="dk1"/>
                </a:solidFill>
              </a:rPr>
              <a:t>TIK TOK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166" name="Google Shape;166;p15"/>
          <p:cNvCxnSpPr/>
          <p:nvPr/>
        </p:nvCxnSpPr>
        <p:spPr>
          <a:xfrm flipH="1">
            <a:off x="364391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15"/>
          <p:cNvCxnSpPr/>
          <p:nvPr/>
        </p:nvCxnSpPr>
        <p:spPr>
          <a:xfrm flipH="1">
            <a:off x="251328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5"/>
          <p:cNvCxnSpPr/>
          <p:nvPr/>
        </p:nvCxnSpPr>
        <p:spPr>
          <a:xfrm flipH="1">
            <a:off x="142953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5"/>
          <p:cNvCxnSpPr/>
          <p:nvPr/>
        </p:nvCxnSpPr>
        <p:spPr>
          <a:xfrm flipH="1">
            <a:off x="75246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5"/>
          <p:cNvCxnSpPr/>
          <p:nvPr/>
        </p:nvCxnSpPr>
        <p:spPr>
          <a:xfrm flipH="1">
            <a:off x="624946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5"/>
          <p:cNvCxnSpPr/>
          <p:nvPr/>
        </p:nvCxnSpPr>
        <p:spPr>
          <a:xfrm flipH="1">
            <a:off x="48577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5"/>
          <p:cNvSpPr/>
          <p:nvPr/>
        </p:nvSpPr>
        <p:spPr>
          <a:xfrm>
            <a:off x="528088" y="24673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">
            <a:hlinkClick r:id="rId4"/>
          </p:cNvPr>
          <p:cNvSpPr txBox="1"/>
          <p:nvPr/>
        </p:nvSpPr>
        <p:spPr>
          <a:xfrm>
            <a:off x="497647" y="24255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174" name="Google Shape;174;p15"/>
          <p:cNvSpPr/>
          <p:nvPr/>
        </p:nvSpPr>
        <p:spPr>
          <a:xfrm>
            <a:off x="458452" y="2912175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">
            <a:hlinkClick r:id="rId5"/>
          </p:cNvPr>
          <p:cNvSpPr txBox="1"/>
          <p:nvPr/>
        </p:nvSpPr>
        <p:spPr>
          <a:xfrm>
            <a:off x="458453" y="2870325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76" name="Google Shape;176;p15"/>
          <p:cNvSpPr/>
          <p:nvPr/>
        </p:nvSpPr>
        <p:spPr>
          <a:xfrm>
            <a:off x="81225" y="75425"/>
            <a:ext cx="139200" cy="130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155099" y="-5575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My Project</a:t>
            </a:r>
            <a:endParaRPr sz="300"/>
          </a:p>
        </p:txBody>
      </p:sp>
      <p:sp>
        <p:nvSpPr>
          <p:cNvPr id="178" name="Google Shape;178;p15"/>
          <p:cNvSpPr/>
          <p:nvPr/>
        </p:nvSpPr>
        <p:spPr>
          <a:xfrm>
            <a:off x="81225" y="287850"/>
            <a:ext cx="139200" cy="130500"/>
          </a:xfrm>
          <a:prstGeom prst="ellipse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55099" y="206850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Exemplar</a:t>
            </a:r>
            <a:endParaRPr sz="300"/>
          </a:p>
        </p:txBody>
      </p:sp>
      <p:sp>
        <p:nvSpPr>
          <p:cNvPr id="180" name="Google Shape;180;p15"/>
          <p:cNvSpPr/>
          <p:nvPr/>
        </p:nvSpPr>
        <p:spPr>
          <a:xfrm>
            <a:off x="497613" y="3463925"/>
            <a:ext cx="8268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5">
            <a:hlinkClick r:id="rId6"/>
          </p:cNvPr>
          <p:cNvSpPr txBox="1"/>
          <p:nvPr/>
        </p:nvSpPr>
        <p:spPr>
          <a:xfrm>
            <a:off x="467172" y="34220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182" name="Google Shape;182;p15"/>
          <p:cNvSpPr/>
          <p:nvPr/>
        </p:nvSpPr>
        <p:spPr>
          <a:xfrm>
            <a:off x="476455" y="3882650"/>
            <a:ext cx="869135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5">
            <a:hlinkClick r:id="rId7"/>
          </p:cNvPr>
          <p:cNvSpPr txBox="1"/>
          <p:nvPr/>
        </p:nvSpPr>
        <p:spPr>
          <a:xfrm>
            <a:off x="392157" y="3840800"/>
            <a:ext cx="1037745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84" name="Google Shape;184;p15"/>
          <p:cNvSpPr/>
          <p:nvPr/>
        </p:nvSpPr>
        <p:spPr>
          <a:xfrm>
            <a:off x="1524564" y="2912163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5">
            <a:hlinkClick r:id="rId8"/>
          </p:cNvPr>
          <p:cNvSpPr txBox="1"/>
          <p:nvPr/>
        </p:nvSpPr>
        <p:spPr>
          <a:xfrm>
            <a:off x="1524566" y="2870313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186" name="Google Shape;186;p15"/>
          <p:cNvSpPr/>
          <p:nvPr/>
        </p:nvSpPr>
        <p:spPr>
          <a:xfrm>
            <a:off x="1559375" y="24394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">
            <a:hlinkClick r:id="rId9"/>
          </p:cNvPr>
          <p:cNvSpPr txBox="1"/>
          <p:nvPr/>
        </p:nvSpPr>
        <p:spPr>
          <a:xfrm>
            <a:off x="1528925" y="2397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188" name="Google Shape;188;p15"/>
          <p:cNvSpPr/>
          <p:nvPr/>
        </p:nvSpPr>
        <p:spPr>
          <a:xfrm>
            <a:off x="1559963" y="3924500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>
            <a:hlinkClick r:id="rId10"/>
          </p:cNvPr>
          <p:cNvSpPr txBox="1"/>
          <p:nvPr/>
        </p:nvSpPr>
        <p:spPr>
          <a:xfrm>
            <a:off x="1529513" y="38826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grpSp>
        <p:nvGrpSpPr>
          <p:cNvPr id="190" name="Google Shape;190;p15"/>
          <p:cNvGrpSpPr/>
          <p:nvPr/>
        </p:nvGrpSpPr>
        <p:grpSpPr>
          <a:xfrm>
            <a:off x="81213" y="411000"/>
            <a:ext cx="684399" cy="292500"/>
            <a:chOff x="81213" y="411000"/>
            <a:chExt cx="684399" cy="292500"/>
          </a:xfrm>
        </p:grpSpPr>
        <p:sp>
          <p:nvSpPr>
            <p:cNvPr id="191" name="Google Shape;191;p15"/>
            <p:cNvSpPr/>
            <p:nvPr/>
          </p:nvSpPr>
          <p:spPr>
            <a:xfrm>
              <a:off x="81213" y="500275"/>
              <a:ext cx="139200" cy="130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 txBox="1"/>
            <p:nvPr/>
          </p:nvSpPr>
          <p:spPr>
            <a:xfrm>
              <a:off x="155112" y="411000"/>
              <a:ext cx="610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chemeClr val="dk1"/>
                  </a:solidFill>
                </a:rPr>
                <a:t>Empty</a:t>
              </a:r>
              <a:endParaRPr sz="700">
                <a:solidFill>
                  <a:schemeClr val="dk1"/>
                </a:solidFill>
              </a:endParaRPr>
            </a:p>
          </p:txBody>
        </p:sp>
      </p:grpSp>
      <p:sp>
        <p:nvSpPr>
          <p:cNvPr id="193" name="Google Shape;193;p15"/>
          <p:cNvSpPr/>
          <p:nvPr/>
        </p:nvSpPr>
        <p:spPr>
          <a:xfrm>
            <a:off x="1559363" y="32771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">
            <a:hlinkClick r:id="rId11"/>
          </p:cNvPr>
          <p:cNvSpPr txBox="1"/>
          <p:nvPr/>
        </p:nvSpPr>
        <p:spPr>
          <a:xfrm>
            <a:off x="1528922" y="32353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195" name="Google Shape;195;p15"/>
          <p:cNvSpPr/>
          <p:nvPr/>
        </p:nvSpPr>
        <p:spPr>
          <a:xfrm>
            <a:off x="1524577" y="47462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">
            <a:hlinkClick r:id="rId12"/>
          </p:cNvPr>
          <p:cNvSpPr txBox="1"/>
          <p:nvPr/>
        </p:nvSpPr>
        <p:spPr>
          <a:xfrm>
            <a:off x="1524578" y="4696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pic>
        <p:nvPicPr>
          <p:cNvPr id="197" name="Google Shape;197;p15"/>
          <p:cNvPicPr preferRelativeResize="0"/>
          <p:nvPr/>
        </p:nvPicPr>
        <p:blipFill rotWithShape="1">
          <a:blip r:embed="rId3">
            <a:alphaModFix/>
          </a:blip>
          <a:srcRect b="5357" l="31044" r="58912" t="0"/>
          <a:stretch/>
        </p:blipFill>
        <p:spPr>
          <a:xfrm>
            <a:off x="2546638" y="767388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5"/>
          <p:cNvSpPr/>
          <p:nvPr/>
        </p:nvSpPr>
        <p:spPr>
          <a:xfrm>
            <a:off x="2631752" y="302425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>
            <a:hlinkClick r:id="rId13"/>
          </p:cNvPr>
          <p:cNvSpPr txBox="1"/>
          <p:nvPr/>
        </p:nvSpPr>
        <p:spPr>
          <a:xfrm>
            <a:off x="2631753" y="29824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00" name="Google Shape;200;p15"/>
          <p:cNvSpPr/>
          <p:nvPr/>
        </p:nvSpPr>
        <p:spPr>
          <a:xfrm>
            <a:off x="2666563" y="255157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>
            <a:hlinkClick r:id="rId14"/>
          </p:cNvPr>
          <p:cNvSpPr txBox="1"/>
          <p:nvPr/>
        </p:nvSpPr>
        <p:spPr>
          <a:xfrm>
            <a:off x="2636113" y="25097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02" name="Google Shape;202;p15"/>
          <p:cNvSpPr/>
          <p:nvPr/>
        </p:nvSpPr>
        <p:spPr>
          <a:xfrm>
            <a:off x="3844700" y="39244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3814250" y="3882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04" name="Google Shape;204;p15"/>
          <p:cNvSpPr/>
          <p:nvPr/>
        </p:nvSpPr>
        <p:spPr>
          <a:xfrm>
            <a:off x="3798077" y="47675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3798078" y="4717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06" name="Google Shape;206;p15"/>
          <p:cNvSpPr/>
          <p:nvPr/>
        </p:nvSpPr>
        <p:spPr>
          <a:xfrm>
            <a:off x="5147475" y="3966400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"/>
          <p:cNvSpPr txBox="1"/>
          <p:nvPr/>
        </p:nvSpPr>
        <p:spPr>
          <a:xfrm>
            <a:off x="5117025" y="39245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08" name="Google Shape;208;p15"/>
          <p:cNvSpPr/>
          <p:nvPr/>
        </p:nvSpPr>
        <p:spPr>
          <a:xfrm>
            <a:off x="5100852" y="4809413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5100853" y="4759638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10" name="Google Shape;210;p15"/>
          <p:cNvSpPr/>
          <p:nvPr/>
        </p:nvSpPr>
        <p:spPr>
          <a:xfrm>
            <a:off x="6480925" y="3966400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6450475" y="3924550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12" name="Google Shape;212;p15"/>
          <p:cNvSpPr/>
          <p:nvPr/>
        </p:nvSpPr>
        <p:spPr>
          <a:xfrm>
            <a:off x="6434302" y="4809413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6434303" y="4759638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14" name="Google Shape;214;p15"/>
          <p:cNvSpPr/>
          <p:nvPr/>
        </p:nvSpPr>
        <p:spPr>
          <a:xfrm>
            <a:off x="7860988" y="3911363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7830538" y="3869513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16" name="Google Shape;216;p15"/>
          <p:cNvSpPr/>
          <p:nvPr/>
        </p:nvSpPr>
        <p:spPr>
          <a:xfrm>
            <a:off x="7814364" y="4754375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7814366" y="47046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18" name="Google Shape;218;p15"/>
          <p:cNvSpPr/>
          <p:nvPr/>
        </p:nvSpPr>
        <p:spPr>
          <a:xfrm>
            <a:off x="2672475" y="39244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5">
            <a:hlinkClick r:id="rId15"/>
          </p:cNvPr>
          <p:cNvSpPr txBox="1"/>
          <p:nvPr/>
        </p:nvSpPr>
        <p:spPr>
          <a:xfrm>
            <a:off x="2642025" y="3882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20" name="Google Shape;220;p15"/>
          <p:cNvSpPr/>
          <p:nvPr/>
        </p:nvSpPr>
        <p:spPr>
          <a:xfrm>
            <a:off x="2625852" y="47675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5">
            <a:hlinkClick r:id="rId16"/>
          </p:cNvPr>
          <p:cNvSpPr txBox="1"/>
          <p:nvPr/>
        </p:nvSpPr>
        <p:spPr>
          <a:xfrm>
            <a:off x="2625853" y="4717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22" name="Google Shape;222;p15"/>
          <p:cNvSpPr/>
          <p:nvPr/>
        </p:nvSpPr>
        <p:spPr>
          <a:xfrm>
            <a:off x="3803977" y="296601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3803978" y="292416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24" name="Google Shape;224;p15"/>
          <p:cNvSpPr/>
          <p:nvPr/>
        </p:nvSpPr>
        <p:spPr>
          <a:xfrm>
            <a:off x="3838788" y="249333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 txBox="1"/>
          <p:nvPr/>
        </p:nvSpPr>
        <p:spPr>
          <a:xfrm>
            <a:off x="3808338" y="245148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26" name="Google Shape;226;p15"/>
          <p:cNvSpPr/>
          <p:nvPr/>
        </p:nvSpPr>
        <p:spPr>
          <a:xfrm>
            <a:off x="3838775" y="33310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"/>
          <p:cNvSpPr txBox="1"/>
          <p:nvPr/>
        </p:nvSpPr>
        <p:spPr>
          <a:xfrm>
            <a:off x="3808334" y="32891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28" name="Google Shape;228;p15"/>
          <p:cNvSpPr/>
          <p:nvPr/>
        </p:nvSpPr>
        <p:spPr>
          <a:xfrm>
            <a:off x="5106764" y="301986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5"/>
          <p:cNvSpPr txBox="1"/>
          <p:nvPr/>
        </p:nvSpPr>
        <p:spPr>
          <a:xfrm>
            <a:off x="5106766" y="29780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30" name="Google Shape;230;p15"/>
          <p:cNvSpPr/>
          <p:nvPr/>
        </p:nvSpPr>
        <p:spPr>
          <a:xfrm>
            <a:off x="5141575" y="25471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5111125" y="2505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32" name="Google Shape;232;p15"/>
          <p:cNvSpPr/>
          <p:nvPr/>
        </p:nvSpPr>
        <p:spPr>
          <a:xfrm>
            <a:off x="5141563" y="33848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5111122" y="33430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34" name="Google Shape;234;p15"/>
          <p:cNvSpPr/>
          <p:nvPr/>
        </p:nvSpPr>
        <p:spPr>
          <a:xfrm>
            <a:off x="6440202" y="301986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6440203" y="29780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36" name="Google Shape;236;p15"/>
          <p:cNvSpPr/>
          <p:nvPr/>
        </p:nvSpPr>
        <p:spPr>
          <a:xfrm>
            <a:off x="6475013" y="25471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6444563" y="2505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38" name="Google Shape;238;p15"/>
          <p:cNvSpPr/>
          <p:nvPr/>
        </p:nvSpPr>
        <p:spPr>
          <a:xfrm>
            <a:off x="6475000" y="33848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6444559" y="33430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40" name="Google Shape;240;p15"/>
          <p:cNvSpPr/>
          <p:nvPr/>
        </p:nvSpPr>
        <p:spPr>
          <a:xfrm>
            <a:off x="7808477" y="307371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7808478" y="303186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42" name="Google Shape;242;p15"/>
          <p:cNvSpPr/>
          <p:nvPr/>
        </p:nvSpPr>
        <p:spPr>
          <a:xfrm>
            <a:off x="7843288" y="260103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7812838" y="255918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44" name="Google Shape;244;p15"/>
          <p:cNvSpPr/>
          <p:nvPr/>
        </p:nvSpPr>
        <p:spPr>
          <a:xfrm>
            <a:off x="7843275" y="34387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7812834" y="33968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46" name="Google Shape;246;p15"/>
          <p:cNvSpPr/>
          <p:nvPr/>
        </p:nvSpPr>
        <p:spPr>
          <a:xfrm>
            <a:off x="2666563" y="3384838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">
            <a:hlinkClick r:id="rId17"/>
          </p:cNvPr>
          <p:cNvSpPr txBox="1"/>
          <p:nvPr/>
        </p:nvSpPr>
        <p:spPr>
          <a:xfrm>
            <a:off x="2636122" y="3342988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6"/>
          <p:cNvPicPr preferRelativeResize="0"/>
          <p:nvPr/>
        </p:nvPicPr>
        <p:blipFill rotWithShape="1">
          <a:blip r:embed="rId3">
            <a:alphaModFix/>
          </a:blip>
          <a:srcRect b="20223" l="4264" r="86382" t="0"/>
          <a:stretch/>
        </p:blipFill>
        <p:spPr>
          <a:xfrm>
            <a:off x="528088" y="827575"/>
            <a:ext cx="826776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6"/>
          <p:cNvPicPr preferRelativeResize="0"/>
          <p:nvPr/>
        </p:nvPicPr>
        <p:blipFill rotWithShape="1">
          <a:blip r:embed="rId3">
            <a:alphaModFix/>
          </a:blip>
          <a:srcRect b="20223" l="18394" r="73336" t="0"/>
          <a:stretch/>
        </p:blipFill>
        <p:spPr>
          <a:xfrm>
            <a:off x="1585226" y="827575"/>
            <a:ext cx="731048" cy="14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/>
          <p:cNvPicPr preferRelativeResize="0"/>
          <p:nvPr/>
        </p:nvPicPr>
        <p:blipFill rotWithShape="1">
          <a:blip r:embed="rId3">
            <a:alphaModFix/>
          </a:blip>
          <a:srcRect b="17512" l="45864" r="44783" t="0"/>
          <a:stretch/>
        </p:blipFill>
        <p:spPr>
          <a:xfrm>
            <a:off x="3856199" y="803025"/>
            <a:ext cx="826776" cy="14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/>
          <p:cNvPicPr preferRelativeResize="0"/>
          <p:nvPr/>
        </p:nvPicPr>
        <p:blipFill rotWithShape="1">
          <a:blip r:embed="rId3">
            <a:alphaModFix/>
          </a:blip>
          <a:srcRect b="11995" l="71811" r="17064" t="0"/>
          <a:stretch/>
        </p:blipFill>
        <p:spPr>
          <a:xfrm>
            <a:off x="6427377" y="803013"/>
            <a:ext cx="983448" cy="1594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16"/>
          <p:cNvGrpSpPr/>
          <p:nvPr/>
        </p:nvGrpSpPr>
        <p:grpSpPr>
          <a:xfrm>
            <a:off x="4721864" y="827588"/>
            <a:ext cx="1475150" cy="1594650"/>
            <a:chOff x="5250825" y="412825"/>
            <a:chExt cx="1475150" cy="1594650"/>
          </a:xfrm>
        </p:grpSpPr>
        <p:pic>
          <p:nvPicPr>
            <p:cNvPr id="257" name="Google Shape;257;p16"/>
            <p:cNvPicPr preferRelativeResize="0"/>
            <p:nvPr/>
          </p:nvPicPr>
          <p:blipFill rotWithShape="1">
            <a:blip r:embed="rId3">
              <a:alphaModFix/>
            </a:blip>
            <a:srcRect b="11995" l="56910" r="30191" t="0"/>
            <a:stretch/>
          </p:blipFill>
          <p:spPr>
            <a:xfrm>
              <a:off x="5451000" y="412825"/>
              <a:ext cx="1140100" cy="1594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6"/>
            <p:cNvSpPr/>
            <p:nvPr/>
          </p:nvSpPr>
          <p:spPr>
            <a:xfrm>
              <a:off x="5250825" y="876100"/>
              <a:ext cx="321900" cy="452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6404075" y="805450"/>
              <a:ext cx="321900" cy="643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60" name="Google Shape;260;p16"/>
          <p:cNvPicPr preferRelativeResize="0"/>
          <p:nvPr/>
        </p:nvPicPr>
        <p:blipFill rotWithShape="1">
          <a:blip r:embed="rId3">
            <a:alphaModFix/>
          </a:blip>
          <a:srcRect b="5357" l="85839" r="4118" t="0"/>
          <a:stretch/>
        </p:blipFill>
        <p:spPr>
          <a:xfrm>
            <a:off x="7836038" y="827600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6"/>
          <p:cNvSpPr txBox="1"/>
          <p:nvPr/>
        </p:nvSpPr>
        <p:spPr>
          <a:xfrm>
            <a:off x="2696550" y="143550"/>
            <a:ext cx="37509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SCENARIO WAZE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62" name="Google Shape;262;p16"/>
          <p:cNvCxnSpPr/>
          <p:nvPr/>
        </p:nvCxnSpPr>
        <p:spPr>
          <a:xfrm flipH="1">
            <a:off x="364391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16"/>
          <p:cNvCxnSpPr/>
          <p:nvPr/>
        </p:nvCxnSpPr>
        <p:spPr>
          <a:xfrm flipH="1">
            <a:off x="251328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16"/>
          <p:cNvCxnSpPr/>
          <p:nvPr/>
        </p:nvCxnSpPr>
        <p:spPr>
          <a:xfrm flipH="1">
            <a:off x="1429538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16"/>
          <p:cNvCxnSpPr/>
          <p:nvPr/>
        </p:nvCxnSpPr>
        <p:spPr>
          <a:xfrm flipH="1">
            <a:off x="75246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16"/>
          <p:cNvCxnSpPr/>
          <p:nvPr/>
        </p:nvCxnSpPr>
        <p:spPr>
          <a:xfrm flipH="1">
            <a:off x="6249463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6"/>
          <p:cNvCxnSpPr/>
          <p:nvPr/>
        </p:nvCxnSpPr>
        <p:spPr>
          <a:xfrm flipH="1">
            <a:off x="4857750" y="704875"/>
            <a:ext cx="2700" cy="43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16"/>
          <p:cNvSpPr/>
          <p:nvPr/>
        </p:nvSpPr>
        <p:spPr>
          <a:xfrm>
            <a:off x="528088" y="24673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6">
            <a:hlinkClick r:id="rId4"/>
          </p:cNvPr>
          <p:cNvSpPr txBox="1"/>
          <p:nvPr/>
        </p:nvSpPr>
        <p:spPr>
          <a:xfrm>
            <a:off x="497647" y="24255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270" name="Google Shape;270;p16"/>
          <p:cNvSpPr/>
          <p:nvPr/>
        </p:nvSpPr>
        <p:spPr>
          <a:xfrm>
            <a:off x="458452" y="2912175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6">
            <a:hlinkClick r:id="rId5"/>
          </p:cNvPr>
          <p:cNvSpPr txBox="1"/>
          <p:nvPr/>
        </p:nvSpPr>
        <p:spPr>
          <a:xfrm>
            <a:off x="458453" y="2870325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72" name="Google Shape;272;p16"/>
          <p:cNvSpPr/>
          <p:nvPr/>
        </p:nvSpPr>
        <p:spPr>
          <a:xfrm>
            <a:off x="81225" y="75425"/>
            <a:ext cx="139200" cy="130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155099" y="-5575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My Project</a:t>
            </a:r>
            <a:endParaRPr sz="300"/>
          </a:p>
        </p:txBody>
      </p:sp>
      <p:sp>
        <p:nvSpPr>
          <p:cNvPr id="274" name="Google Shape;274;p16"/>
          <p:cNvSpPr/>
          <p:nvPr/>
        </p:nvSpPr>
        <p:spPr>
          <a:xfrm>
            <a:off x="81225" y="287850"/>
            <a:ext cx="139200" cy="130500"/>
          </a:xfrm>
          <a:prstGeom prst="ellipse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155099" y="206850"/>
            <a:ext cx="610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Exemplar</a:t>
            </a:r>
            <a:endParaRPr sz="300"/>
          </a:p>
        </p:txBody>
      </p:sp>
      <p:sp>
        <p:nvSpPr>
          <p:cNvPr id="276" name="Google Shape;276;p16"/>
          <p:cNvSpPr/>
          <p:nvPr/>
        </p:nvSpPr>
        <p:spPr>
          <a:xfrm>
            <a:off x="497613" y="3463925"/>
            <a:ext cx="8268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">
            <a:hlinkClick r:id="rId6"/>
          </p:cNvPr>
          <p:cNvSpPr txBox="1"/>
          <p:nvPr/>
        </p:nvSpPr>
        <p:spPr>
          <a:xfrm>
            <a:off x="467172" y="34220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Project-Proposal</a:t>
            </a:r>
            <a:endParaRPr sz="300"/>
          </a:p>
        </p:txBody>
      </p:sp>
      <p:sp>
        <p:nvSpPr>
          <p:cNvPr id="278" name="Google Shape;278;p16"/>
          <p:cNvSpPr/>
          <p:nvPr/>
        </p:nvSpPr>
        <p:spPr>
          <a:xfrm>
            <a:off x="476455" y="3882650"/>
            <a:ext cx="869033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6">
            <a:hlinkClick r:id="rId7"/>
          </p:cNvPr>
          <p:cNvSpPr txBox="1"/>
          <p:nvPr/>
        </p:nvSpPr>
        <p:spPr>
          <a:xfrm>
            <a:off x="392157" y="3840800"/>
            <a:ext cx="1037745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80" name="Google Shape;280;p16"/>
          <p:cNvSpPr/>
          <p:nvPr/>
        </p:nvSpPr>
        <p:spPr>
          <a:xfrm>
            <a:off x="1524564" y="2912163"/>
            <a:ext cx="896417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6">
            <a:hlinkClick r:id="rId8"/>
          </p:cNvPr>
          <p:cNvSpPr txBox="1"/>
          <p:nvPr/>
        </p:nvSpPr>
        <p:spPr>
          <a:xfrm>
            <a:off x="1524566" y="2870313"/>
            <a:ext cx="896417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82" name="Google Shape;282;p16"/>
          <p:cNvSpPr/>
          <p:nvPr/>
        </p:nvSpPr>
        <p:spPr>
          <a:xfrm>
            <a:off x="1559375" y="24394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6"/>
          <p:cNvSpPr txBox="1"/>
          <p:nvPr/>
        </p:nvSpPr>
        <p:spPr>
          <a:xfrm>
            <a:off x="1528925" y="2397638"/>
            <a:ext cx="8877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84" name="Google Shape;284;p16"/>
          <p:cNvSpPr/>
          <p:nvPr/>
        </p:nvSpPr>
        <p:spPr>
          <a:xfrm>
            <a:off x="1571200" y="39031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6">
            <a:hlinkClick r:id="rId9"/>
          </p:cNvPr>
          <p:cNvSpPr txBox="1"/>
          <p:nvPr/>
        </p:nvSpPr>
        <p:spPr>
          <a:xfrm>
            <a:off x="1540750" y="3861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grpSp>
        <p:nvGrpSpPr>
          <p:cNvPr id="286" name="Google Shape;286;p16"/>
          <p:cNvGrpSpPr/>
          <p:nvPr/>
        </p:nvGrpSpPr>
        <p:grpSpPr>
          <a:xfrm>
            <a:off x="81213" y="411000"/>
            <a:ext cx="684399" cy="292500"/>
            <a:chOff x="81213" y="411000"/>
            <a:chExt cx="684399" cy="292500"/>
          </a:xfrm>
        </p:grpSpPr>
        <p:sp>
          <p:nvSpPr>
            <p:cNvPr id="287" name="Google Shape;287;p16"/>
            <p:cNvSpPr/>
            <p:nvPr/>
          </p:nvSpPr>
          <p:spPr>
            <a:xfrm>
              <a:off x="81213" y="500275"/>
              <a:ext cx="139200" cy="130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6"/>
            <p:cNvSpPr txBox="1"/>
            <p:nvPr/>
          </p:nvSpPr>
          <p:spPr>
            <a:xfrm>
              <a:off x="155112" y="411000"/>
              <a:ext cx="6105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700">
                  <a:solidFill>
                    <a:schemeClr val="dk1"/>
                  </a:solidFill>
                </a:rPr>
                <a:t>Empty</a:t>
              </a:r>
              <a:endParaRPr sz="700">
                <a:solidFill>
                  <a:schemeClr val="dk1"/>
                </a:solidFill>
              </a:endParaRPr>
            </a:p>
          </p:txBody>
        </p:sp>
      </p:grpSp>
      <p:sp>
        <p:nvSpPr>
          <p:cNvPr id="289" name="Google Shape;289;p16"/>
          <p:cNvSpPr/>
          <p:nvPr/>
        </p:nvSpPr>
        <p:spPr>
          <a:xfrm>
            <a:off x="1559363" y="3246125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">
            <a:hlinkClick r:id="rId10"/>
          </p:cNvPr>
          <p:cNvSpPr txBox="1"/>
          <p:nvPr/>
        </p:nvSpPr>
        <p:spPr>
          <a:xfrm>
            <a:off x="1528922" y="32042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291" name="Google Shape;291;p16"/>
          <p:cNvSpPr/>
          <p:nvPr/>
        </p:nvSpPr>
        <p:spPr>
          <a:xfrm>
            <a:off x="1524577" y="47462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">
            <a:hlinkClick r:id="rId11"/>
          </p:cNvPr>
          <p:cNvSpPr txBox="1"/>
          <p:nvPr/>
        </p:nvSpPr>
        <p:spPr>
          <a:xfrm>
            <a:off x="1524578" y="46964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pic>
        <p:nvPicPr>
          <p:cNvPr id="293" name="Google Shape;293;p16"/>
          <p:cNvPicPr preferRelativeResize="0"/>
          <p:nvPr/>
        </p:nvPicPr>
        <p:blipFill rotWithShape="1">
          <a:blip r:embed="rId3">
            <a:alphaModFix/>
          </a:blip>
          <a:srcRect b="5357" l="31044" r="58912" t="0"/>
          <a:stretch/>
        </p:blipFill>
        <p:spPr>
          <a:xfrm>
            <a:off x="2546638" y="767388"/>
            <a:ext cx="887724" cy="17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6"/>
          <p:cNvSpPr/>
          <p:nvPr/>
        </p:nvSpPr>
        <p:spPr>
          <a:xfrm>
            <a:off x="2631752" y="3024250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>
            <a:hlinkClick r:id="rId12"/>
          </p:cNvPr>
          <p:cNvSpPr txBox="1"/>
          <p:nvPr/>
        </p:nvSpPr>
        <p:spPr>
          <a:xfrm>
            <a:off x="2631753" y="2982400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296" name="Google Shape;296;p16"/>
          <p:cNvSpPr/>
          <p:nvPr/>
        </p:nvSpPr>
        <p:spPr>
          <a:xfrm>
            <a:off x="2666563" y="2551575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>
            <a:hlinkClick r:id="rId13"/>
          </p:cNvPr>
          <p:cNvSpPr txBox="1"/>
          <p:nvPr/>
        </p:nvSpPr>
        <p:spPr>
          <a:xfrm>
            <a:off x="2636113" y="25097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298" name="Google Shape;298;p16"/>
          <p:cNvSpPr/>
          <p:nvPr/>
        </p:nvSpPr>
        <p:spPr>
          <a:xfrm>
            <a:off x="2672475" y="39244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>
            <a:hlinkClick r:id="rId14"/>
          </p:cNvPr>
          <p:cNvSpPr txBox="1"/>
          <p:nvPr/>
        </p:nvSpPr>
        <p:spPr>
          <a:xfrm>
            <a:off x="2642025" y="3882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00" name="Google Shape;300;p16"/>
          <p:cNvSpPr/>
          <p:nvPr/>
        </p:nvSpPr>
        <p:spPr>
          <a:xfrm>
            <a:off x="2625852" y="47675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>
            <a:hlinkClick r:id="rId15"/>
          </p:cNvPr>
          <p:cNvSpPr txBox="1"/>
          <p:nvPr/>
        </p:nvSpPr>
        <p:spPr>
          <a:xfrm>
            <a:off x="2625853" y="4717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02" name="Google Shape;302;p16"/>
          <p:cNvSpPr/>
          <p:nvPr/>
        </p:nvSpPr>
        <p:spPr>
          <a:xfrm>
            <a:off x="3844700" y="392448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3814250" y="38826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04" name="Google Shape;304;p16"/>
          <p:cNvSpPr/>
          <p:nvPr/>
        </p:nvSpPr>
        <p:spPr>
          <a:xfrm>
            <a:off x="3798077" y="476750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3798078" y="471772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06" name="Google Shape;306;p16"/>
          <p:cNvSpPr/>
          <p:nvPr/>
        </p:nvSpPr>
        <p:spPr>
          <a:xfrm>
            <a:off x="5186125" y="3947775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5155675" y="3905925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08" name="Google Shape;308;p16"/>
          <p:cNvSpPr/>
          <p:nvPr/>
        </p:nvSpPr>
        <p:spPr>
          <a:xfrm>
            <a:off x="5139502" y="4790788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5139503" y="47410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10" name="Google Shape;310;p16"/>
          <p:cNvSpPr/>
          <p:nvPr/>
        </p:nvSpPr>
        <p:spPr>
          <a:xfrm>
            <a:off x="6480925" y="3892738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6450475" y="385088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12" name="Google Shape;312;p16"/>
          <p:cNvSpPr/>
          <p:nvPr/>
        </p:nvSpPr>
        <p:spPr>
          <a:xfrm>
            <a:off x="6434302" y="4735750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6434303" y="4685975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14" name="Google Shape;314;p16"/>
          <p:cNvSpPr/>
          <p:nvPr/>
        </p:nvSpPr>
        <p:spPr>
          <a:xfrm>
            <a:off x="7843563" y="3982263"/>
            <a:ext cx="826800" cy="3045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7799688" y="3950463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16" name="Google Shape;316;p16"/>
          <p:cNvSpPr/>
          <p:nvPr/>
        </p:nvSpPr>
        <p:spPr>
          <a:xfrm>
            <a:off x="7808763" y="4590763"/>
            <a:ext cx="896400" cy="208800"/>
          </a:xfrm>
          <a:prstGeom prst="flowChartAlternateProcess">
            <a:avLst/>
          </a:prstGeom>
          <a:solidFill>
            <a:srgbClr val="CFE0F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7807163" y="45489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18" name="Google Shape;318;p16"/>
          <p:cNvSpPr/>
          <p:nvPr/>
        </p:nvSpPr>
        <p:spPr>
          <a:xfrm>
            <a:off x="3803977" y="296601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3803978" y="292416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320" name="Google Shape;320;p16"/>
          <p:cNvSpPr/>
          <p:nvPr/>
        </p:nvSpPr>
        <p:spPr>
          <a:xfrm>
            <a:off x="3838788" y="249333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6"/>
          <p:cNvSpPr txBox="1"/>
          <p:nvPr/>
        </p:nvSpPr>
        <p:spPr>
          <a:xfrm>
            <a:off x="3808338" y="245148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22" name="Google Shape;322;p16"/>
          <p:cNvSpPr/>
          <p:nvPr/>
        </p:nvSpPr>
        <p:spPr>
          <a:xfrm>
            <a:off x="3838775" y="333100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3808334" y="328915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24" name="Google Shape;324;p16"/>
          <p:cNvSpPr/>
          <p:nvPr/>
        </p:nvSpPr>
        <p:spPr>
          <a:xfrm>
            <a:off x="5106764" y="301986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5106766" y="29780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326" name="Google Shape;326;p16"/>
          <p:cNvSpPr/>
          <p:nvPr/>
        </p:nvSpPr>
        <p:spPr>
          <a:xfrm>
            <a:off x="5141575" y="25471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5111125" y="2505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28" name="Google Shape;328;p16"/>
          <p:cNvSpPr/>
          <p:nvPr/>
        </p:nvSpPr>
        <p:spPr>
          <a:xfrm>
            <a:off x="5141563" y="33848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5111122" y="33430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30" name="Google Shape;330;p16"/>
          <p:cNvSpPr/>
          <p:nvPr/>
        </p:nvSpPr>
        <p:spPr>
          <a:xfrm>
            <a:off x="6440214" y="3019863"/>
            <a:ext cx="8964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 txBox="1"/>
          <p:nvPr/>
        </p:nvSpPr>
        <p:spPr>
          <a:xfrm>
            <a:off x="6440216" y="297801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332" name="Google Shape;332;p16"/>
          <p:cNvSpPr/>
          <p:nvPr/>
        </p:nvSpPr>
        <p:spPr>
          <a:xfrm>
            <a:off x="6475025" y="2547188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 txBox="1"/>
          <p:nvPr/>
        </p:nvSpPr>
        <p:spPr>
          <a:xfrm>
            <a:off x="6444575" y="2505338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34" name="Google Shape;334;p16"/>
          <p:cNvSpPr/>
          <p:nvPr/>
        </p:nvSpPr>
        <p:spPr>
          <a:xfrm>
            <a:off x="6475013" y="3384850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6"/>
          <p:cNvSpPr txBox="1"/>
          <p:nvPr/>
        </p:nvSpPr>
        <p:spPr>
          <a:xfrm>
            <a:off x="6444572" y="3343000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36" name="Google Shape;336;p16"/>
          <p:cNvSpPr/>
          <p:nvPr/>
        </p:nvSpPr>
        <p:spPr>
          <a:xfrm>
            <a:off x="7808775" y="3172077"/>
            <a:ext cx="896400" cy="249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7808463" y="3132063"/>
            <a:ext cx="89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PACE-document</a:t>
            </a:r>
            <a:endParaRPr sz="300"/>
          </a:p>
        </p:txBody>
      </p:sp>
      <p:sp>
        <p:nvSpPr>
          <p:cNvPr id="338" name="Google Shape;338;p16"/>
          <p:cNvSpPr/>
          <p:nvPr/>
        </p:nvSpPr>
        <p:spPr>
          <a:xfrm>
            <a:off x="7843563" y="2563563"/>
            <a:ext cx="826800" cy="3045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7808463" y="2515713"/>
            <a:ext cx="88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Executive summary </a:t>
            </a:r>
            <a:endParaRPr sz="300"/>
          </a:p>
        </p:txBody>
      </p:sp>
      <p:sp>
        <p:nvSpPr>
          <p:cNvPr id="340" name="Google Shape;340;p16"/>
          <p:cNvSpPr/>
          <p:nvPr/>
        </p:nvSpPr>
        <p:spPr>
          <a:xfrm>
            <a:off x="7843563" y="3577163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 txBox="1"/>
          <p:nvPr/>
        </p:nvSpPr>
        <p:spPr>
          <a:xfrm>
            <a:off x="7808463" y="3541275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  <p:sp>
        <p:nvSpPr>
          <p:cNvPr id="342" name="Google Shape;342;p16"/>
          <p:cNvSpPr/>
          <p:nvPr/>
        </p:nvSpPr>
        <p:spPr>
          <a:xfrm>
            <a:off x="2666563" y="3389213"/>
            <a:ext cx="826800" cy="2088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6">
            <a:hlinkClick r:id="rId16"/>
          </p:cNvPr>
          <p:cNvSpPr txBox="1"/>
          <p:nvPr/>
        </p:nvSpPr>
        <p:spPr>
          <a:xfrm>
            <a:off x="2636122" y="3347363"/>
            <a:ext cx="887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chemeClr val="dk1"/>
                </a:solidFill>
              </a:rPr>
              <a:t>Lab</a:t>
            </a:r>
            <a:endParaRPr sz="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